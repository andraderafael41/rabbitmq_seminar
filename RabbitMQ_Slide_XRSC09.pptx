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libri (MS) Bold" charset="1" panose="020F0702030404030204"/>
      <p:regular r:id="rId35"/>
    </p:embeddedFont>
    <p:embeddedFont>
      <p:font typeface="Cambria Bold" charset="1" panose="02040803050406030204"/>
      <p:regular r:id="rId36"/>
    </p:embeddedFont>
    <p:embeddedFont>
      <p:font typeface="Calibri (MS)" charset="1" panose="020F0502020204030204"/>
      <p:regular r:id="rId37"/>
    </p:embeddedFont>
    <p:embeddedFont>
      <p:font typeface="Calibri (MS) Italics" charset="1" panose="020F05020202040A0204"/>
      <p:regular r:id="rId40"/>
    </p:embeddedFont>
    <p:embeddedFont>
      <p:font typeface="Calibri (MS) Bold Italics" charset="1" panose="020F07020304040A0204"/>
      <p:regular r:id="rId44"/>
    </p:embeddedFont>
    <p:embeddedFont>
      <p:font typeface="Cambria" charset="1" panose="02040503050406030204"/>
      <p:regular r:id="rId49"/>
    </p:embeddedFont>
    <p:embeddedFont>
      <p:font typeface="Courier New Bold" charset="1" panose="02070609020205020404"/>
      <p:regular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54" Target="notesSlides/notesSlide15.xml" Type="http://schemas.openxmlformats.org/officeDocument/2006/relationships/notesSlide"/><Relationship Id="rId55" Target="notesSlides/notesSlide16.xml" Type="http://schemas.openxmlformats.org/officeDocument/2006/relationships/notesSlide"/><Relationship Id="rId56" Target="notesSlides/notesSlide17.xml" Type="http://schemas.openxmlformats.org/officeDocument/2006/relationships/notesSlide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1.xml" Type="http://schemas.openxmlformats.org/officeDocument/2006/relationships/notesSlide"/><Relationship Id="rId61" Target="notesSlides/notesSlide22.xml" Type="http://schemas.openxmlformats.org/officeDocument/2006/relationships/notesSlide"/><Relationship Id="rId62" Target="notesSlides/notesSlide23.xml" Type="http://schemas.openxmlformats.org/officeDocument/2006/relationships/notesSlide"/><Relationship Id="rId63" Target="notesSlides/notesSlide24.xml" Type="http://schemas.openxmlformats.org/officeDocument/2006/relationships/notesSlide"/><Relationship Id="rId64" Target="fonts/font64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[Slide 4 — Problema da comunicação direta]</a:t>
            </a:r>
          </a:p>
          <a:p>
            <a:r>
              <a:rPr lang="en-US"/>
              <a:t>(Contexto) Antes de entender o RabbitMQ, é importante ver o problema que ele resolve.</a:t>
            </a:r>
          </a:p>
          <a:p>
            <a:r>
              <a:rPr lang="en-US"/>
              <a:t>(Lado SEM RabbitMQ) Na comunicação direta, cliente e servidor falam entre si diretamente. Isso traz três problemas práticos:</a:t>
            </a:r>
          </a:p>
          <a:p>
            <a:r>
              <a:rPr lang="en-US"/>
              <a:t>1. Acoplamento temporal — os dois precisam estar disponíveis ao mesmo tempo. Se o servidor cai, o cliente recebe erro.</a:t>
            </a:r>
          </a:p>
          <a:p>
            <a:r>
              <a:rPr lang="en-US"/>
              <a:t>  2. Ponto único de falha — qualquer indisponibilidade do servidor quebra a comunicação.</a:t>
            </a:r>
          </a:p>
          <a:p>
            <a:r>
              <a:rPr lang="en-US"/>
              <a:t>  3. Escalabilidade limitada — fica difícil distribuir requisições entre vários servidores.</a:t>
            </a:r>
          </a:p>
          <a:p>
            <a:r>
              <a:rPr lang="en-US"/>
              <a:t>(Lado COM RabbitMQ) Quando colocamos um broker no meio, esses problemas somem: as mensagens ficam armazenadas em filas até alguém consumi-las.</a:t>
            </a:r>
          </a:p>
          <a:p>
            <a:r>
              <a:rPr lang="en-US"/>
              <a:t>(Frase-chave) Em uma frase: o RabbitMQ desacopla cliente e servidor por meio de filas.</a:t>
            </a:r>
          </a:p>
          <a:p>
            <a:r>
              <a:rPr lang="en-US"/>
              <a:t>(Transição) No próximo slide, vou explicar como funciona esse modelo de mensageria.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[Slide 6 — Padrões de comunicação com RabbitMQ]</a:t>
            </a:r>
          </a:p>
          <a:p>
            <a:r>
              <a:rPr lang="en-US"/>
              <a:t>(Introdução) O RabbitMQ é flexível e suporta diferentes padrões de comunicação distribuída. Vou apresentar os quatro principais:</a:t>
            </a:r>
          </a:p>
          <a:p>
            <a:r>
              <a:rPr lang="en-US"/>
              <a:t>1. Fila de tarefas (Work Queue) — Um produtor envia tarefas para uma fila e múltiplos workers consomem. Cada mensagem vai para apenas UM consumidor. Bom para distribuir carga de trabalho pesado.</a:t>
            </a:r>
          </a:p>
          <a:p>
            <a:r>
              <a:rPr lang="en-US"/>
              <a:t>2. RPC ou Request/Reply — Modelo de requisição e resposta: o cliente envia uma mensagem e recebe a resposta de volta através de uma fila temporária. Esse é o padrão que usamos no protótipo do seminário.</a:t>
            </a:r>
          </a:p>
          <a:p>
            <a:r>
              <a:rPr lang="en-US"/>
              <a:t>3. Publish/Subscribe — A mesma mensagem é entregue a VÁRIOS consumidores simultaneamente através de uma exchange do tipo fanout. Útil para notificações e eventos.</a:t>
            </a:r>
          </a:p>
          <a:p>
            <a:r>
              <a:rPr lang="en-US"/>
              <a:t>4. Roteamento por tópico — As mensagens têm uma routing key (ex: pedido.criado, pagamento.aprovado) e são entregues a filas específicas conforme o filtro. Combina pub/sub com filtragem.</a:t>
            </a:r>
          </a:p>
          <a:p>
            <a:r>
              <a:rPr lang="en-US"/>
              <a:t>(Destaque) No nosso protótipo escolhemos o padrão RPC por ser o que melhor demonstra a comunicação síncrona cliente-servidor sobre uma fila assíncrona.</a:t>
            </a:r>
          </a:p>
          <a:p>
            <a:r>
              <a:rPr lang="en-US"/>
              <a:t>(Encerramento) Com isso fechamos a parte teórica. Passo a palavra para o João, que vai detalhar a arquitetura interna do RabbitMQ.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HJB-kXSk4.mp4" Type="http://schemas.openxmlformats.org/officeDocument/2006/relationships/video"/><Relationship Id="rId4" Target="../media/VAHJB-kXSk4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VAHJB0BUbaA.mp4" Type="http://schemas.openxmlformats.org/officeDocument/2006/relationships/video"/><Relationship Id="rId5" Target="../media/VAHJB0BUbaA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VAHJBw6Sr5s.mp4" Type="http://schemas.openxmlformats.org/officeDocument/2006/relationships/video"/><Relationship Id="rId4" Target="../media/VAHJBw6Sr5s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354587"/>
            <a:chOff x="0" y="0"/>
            <a:chExt cx="24417871" cy="472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438912"/>
            </a:xfrm>
            <a:custGeom>
              <a:avLst/>
              <a:gdLst/>
              <a:ahLst/>
              <a:cxnLst/>
              <a:rect r="r" b="b" t="t" l="l"/>
              <a:pathLst>
                <a:path h="43891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472696"/>
            </a:xfrm>
            <a:custGeom>
              <a:avLst/>
              <a:gdLst/>
              <a:ahLst/>
              <a:cxnLst/>
              <a:rect r="r" b="b" t="t" l="l"/>
              <a:pathLst>
                <a:path h="47269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55803"/>
                  </a:lnTo>
                  <a:cubicBezTo>
                    <a:pt x="24417782" y="465201"/>
                    <a:pt x="24410163" y="472694"/>
                    <a:pt x="24400890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24400890" y="438912"/>
                  </a:lnTo>
                  <a:lnTo>
                    <a:pt x="24400890" y="455803"/>
                  </a:lnTo>
                  <a:lnTo>
                    <a:pt x="24384000" y="45580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945119"/>
            <a:ext cx="18313403" cy="354797"/>
            <a:chOff x="0" y="0"/>
            <a:chExt cx="24417871" cy="4730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439293"/>
            </a:xfrm>
            <a:custGeom>
              <a:avLst/>
              <a:gdLst/>
              <a:ahLst/>
              <a:cxnLst/>
              <a:rect r="r" b="b" t="t" l="l"/>
              <a:pathLst>
                <a:path h="439293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39293"/>
                  </a:lnTo>
                  <a:lnTo>
                    <a:pt x="0" y="439293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473075"/>
            </a:xfrm>
            <a:custGeom>
              <a:avLst/>
              <a:gdLst/>
              <a:ahLst/>
              <a:cxnLst/>
              <a:rect r="r" b="b" t="t" l="l"/>
              <a:pathLst>
                <a:path h="473075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56184"/>
                  </a:lnTo>
                  <a:cubicBezTo>
                    <a:pt x="24417782" y="465582"/>
                    <a:pt x="24410163" y="473075"/>
                    <a:pt x="24400890" y="473075"/>
                  </a:cubicBezTo>
                  <a:lnTo>
                    <a:pt x="16891" y="473075"/>
                  </a:lnTo>
                  <a:cubicBezTo>
                    <a:pt x="7620" y="473075"/>
                    <a:pt x="0" y="465455"/>
                    <a:pt x="0" y="45618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6184"/>
                  </a:lnTo>
                  <a:lnTo>
                    <a:pt x="16891" y="456184"/>
                  </a:lnTo>
                  <a:lnTo>
                    <a:pt x="16891" y="439166"/>
                  </a:lnTo>
                  <a:lnTo>
                    <a:pt x="24400890" y="439166"/>
                  </a:lnTo>
                  <a:lnTo>
                    <a:pt x="24400890" y="456057"/>
                  </a:lnTo>
                  <a:lnTo>
                    <a:pt x="24384000" y="45605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80160" y="1097280"/>
            <a:ext cx="15544800" cy="548402"/>
            <a:chOff x="0" y="0"/>
            <a:chExt cx="20726400" cy="7312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731200"/>
            </a:xfrm>
            <a:custGeom>
              <a:avLst/>
              <a:gdLst/>
              <a:ahLst/>
              <a:cxnLst/>
              <a:rect r="r" b="b" t="t" l="l"/>
              <a:pathLst>
                <a:path h="731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317" r="0" b="-50231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726400" cy="778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XRSC09 · SISTEMAS DISTRIBUÍDOS · SEMINÁRIO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7463" y="2090423"/>
            <a:ext cx="1579997" cy="1579997"/>
            <a:chOff x="0" y="0"/>
            <a:chExt cx="2106663" cy="2106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072894" cy="2072894"/>
            </a:xfrm>
            <a:custGeom>
              <a:avLst/>
              <a:gdLst/>
              <a:ahLst/>
              <a:cxnLst/>
              <a:rect r="r" b="b" t="t" l="l"/>
              <a:pathLst>
                <a:path h="2072894" w="2072894">
                  <a:moveTo>
                    <a:pt x="0" y="1036447"/>
                  </a:moveTo>
                  <a:cubicBezTo>
                    <a:pt x="0" y="464058"/>
                    <a:pt x="464058" y="0"/>
                    <a:pt x="1036447" y="0"/>
                  </a:cubicBezTo>
                  <a:cubicBezTo>
                    <a:pt x="1608836" y="0"/>
                    <a:pt x="2072894" y="464058"/>
                    <a:pt x="2072894" y="1036447"/>
                  </a:cubicBezTo>
                  <a:cubicBezTo>
                    <a:pt x="2072894" y="1608836"/>
                    <a:pt x="1608836" y="2072894"/>
                    <a:pt x="1036447" y="2072894"/>
                  </a:cubicBezTo>
                  <a:cubicBezTo>
                    <a:pt x="464058" y="2072894"/>
                    <a:pt x="0" y="1608836"/>
                    <a:pt x="0" y="1036447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6676" cy="2106676"/>
            </a:xfrm>
            <a:custGeom>
              <a:avLst/>
              <a:gdLst/>
              <a:ahLst/>
              <a:cxnLst/>
              <a:rect r="r" b="b" t="t" l="l"/>
              <a:pathLst>
                <a:path h="2106676" w="2106676">
                  <a:moveTo>
                    <a:pt x="0" y="1053338"/>
                  </a:moveTo>
                  <a:cubicBezTo>
                    <a:pt x="0" y="471551"/>
                    <a:pt x="471551" y="0"/>
                    <a:pt x="1053338" y="0"/>
                  </a:cubicBezTo>
                  <a:lnTo>
                    <a:pt x="1053338" y="16891"/>
                  </a:lnTo>
                  <a:lnTo>
                    <a:pt x="1053338" y="0"/>
                  </a:lnTo>
                  <a:cubicBezTo>
                    <a:pt x="1635125" y="0"/>
                    <a:pt x="2106676" y="471551"/>
                    <a:pt x="2106676" y="1053338"/>
                  </a:cubicBezTo>
                  <a:lnTo>
                    <a:pt x="2089785" y="1053338"/>
                  </a:lnTo>
                  <a:lnTo>
                    <a:pt x="2106676" y="1053338"/>
                  </a:lnTo>
                  <a:cubicBezTo>
                    <a:pt x="2106676" y="1635125"/>
                    <a:pt x="1635125" y="2106676"/>
                    <a:pt x="1053338" y="2106676"/>
                  </a:cubicBezTo>
                  <a:lnTo>
                    <a:pt x="1053338" y="2089785"/>
                  </a:lnTo>
                  <a:lnTo>
                    <a:pt x="1053338" y="2106676"/>
                  </a:lnTo>
                  <a:cubicBezTo>
                    <a:pt x="471551" y="2106676"/>
                    <a:pt x="0" y="1635125"/>
                    <a:pt x="0" y="1053338"/>
                  </a:cubicBezTo>
                  <a:lnTo>
                    <a:pt x="16891" y="1053338"/>
                  </a:lnTo>
                  <a:lnTo>
                    <a:pt x="33909" y="1053338"/>
                  </a:lnTo>
                  <a:lnTo>
                    <a:pt x="16891" y="1053338"/>
                  </a:lnTo>
                  <a:lnTo>
                    <a:pt x="0" y="1053338"/>
                  </a:lnTo>
                  <a:moveTo>
                    <a:pt x="33909" y="1053338"/>
                  </a:moveTo>
                  <a:cubicBezTo>
                    <a:pt x="33909" y="1062736"/>
                    <a:pt x="26289" y="1070229"/>
                    <a:pt x="17018" y="1070229"/>
                  </a:cubicBezTo>
                  <a:cubicBezTo>
                    <a:pt x="7747" y="1070229"/>
                    <a:pt x="0" y="1062736"/>
                    <a:pt x="0" y="1053338"/>
                  </a:cubicBezTo>
                  <a:cubicBezTo>
                    <a:pt x="0" y="1043940"/>
                    <a:pt x="7620" y="1036447"/>
                    <a:pt x="16891" y="1036447"/>
                  </a:cubicBezTo>
                  <a:cubicBezTo>
                    <a:pt x="26162" y="1036447"/>
                    <a:pt x="33782" y="1044067"/>
                    <a:pt x="33782" y="1053338"/>
                  </a:cubicBezTo>
                  <a:cubicBezTo>
                    <a:pt x="33782" y="1616329"/>
                    <a:pt x="490220" y="2072767"/>
                    <a:pt x="1053211" y="2072767"/>
                  </a:cubicBezTo>
                  <a:cubicBezTo>
                    <a:pt x="1616202" y="2072767"/>
                    <a:pt x="2072640" y="1616329"/>
                    <a:pt x="2072640" y="1053338"/>
                  </a:cubicBezTo>
                  <a:cubicBezTo>
                    <a:pt x="2072640" y="490347"/>
                    <a:pt x="1616202" y="33909"/>
                    <a:pt x="1053211" y="33909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347" y="33909"/>
                    <a:pt x="33909" y="490347"/>
                    <a:pt x="33909" y="1053338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03120"/>
            <a:ext cx="1554604" cy="1554604"/>
            <a:chOff x="0" y="0"/>
            <a:chExt cx="2072805" cy="20728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800" cy="2072800"/>
            </a:xfrm>
            <a:custGeom>
              <a:avLst/>
              <a:gdLst/>
              <a:ahLst/>
              <a:cxnLst/>
              <a:rect r="r" b="b" t="t" l="l"/>
              <a:pathLst>
                <a:path h="2072800" w="2072800">
                  <a:moveTo>
                    <a:pt x="0" y="0"/>
                  </a:moveTo>
                  <a:lnTo>
                    <a:pt x="2072800" y="0"/>
                  </a:lnTo>
                  <a:lnTo>
                    <a:pt x="2072800" y="2072800"/>
                  </a:lnTo>
                  <a:lnTo>
                    <a:pt x="0" y="207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072805" cy="2091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b="true" sz="72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08960" y="2194560"/>
            <a:ext cx="12801600" cy="1005602"/>
            <a:chOff x="0" y="0"/>
            <a:chExt cx="17068800" cy="13408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0" cy="1340800"/>
            </a:xfrm>
            <a:custGeom>
              <a:avLst/>
              <a:gdLst/>
              <a:ahLst/>
              <a:cxnLst/>
              <a:rect r="r" b="b" t="t" l="l"/>
              <a:pathLst>
                <a:path h="13408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0800"/>
                  </a:lnTo>
                  <a:lnTo>
                    <a:pt x="0" y="134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050" r="0" b="-1980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7068800" cy="1350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RabbitMQ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108960" y="3108960"/>
            <a:ext cx="12801600" cy="731396"/>
            <a:chOff x="0" y="0"/>
            <a:chExt cx="17068800" cy="9751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0" cy="975200"/>
            </a:xfrm>
            <a:custGeom>
              <a:avLst/>
              <a:gdLst/>
              <a:ahLst/>
              <a:cxnLst/>
              <a:rect r="r" b="b" t="t" l="l"/>
              <a:pathLst>
                <a:path h="975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044" r="0" b="-2910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7068800" cy="102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265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Middleware de Mensageria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7463" y="6479543"/>
            <a:ext cx="1122797" cy="98603"/>
            <a:chOff x="0" y="0"/>
            <a:chExt cx="1497063" cy="1314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294" cy="97663"/>
            </a:xfrm>
            <a:custGeom>
              <a:avLst/>
              <a:gdLst/>
              <a:ahLst/>
              <a:cxnLst/>
              <a:rect r="r" b="b" t="t" l="l"/>
              <a:pathLst>
                <a:path h="97663" w="1463294">
                  <a:moveTo>
                    <a:pt x="0" y="0"/>
                  </a:moveTo>
                  <a:lnTo>
                    <a:pt x="1463294" y="0"/>
                  </a:lnTo>
                  <a:lnTo>
                    <a:pt x="1463294" y="97663"/>
                  </a:lnTo>
                  <a:lnTo>
                    <a:pt x="0" y="97663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7076" cy="131445"/>
            </a:xfrm>
            <a:custGeom>
              <a:avLst/>
              <a:gdLst/>
              <a:ahLst/>
              <a:cxnLst/>
              <a:rect r="r" b="b" t="t" l="l"/>
              <a:pathLst>
                <a:path h="131445" w="1497076">
                  <a:moveTo>
                    <a:pt x="16891" y="0"/>
                  </a:moveTo>
                  <a:lnTo>
                    <a:pt x="1480185" y="0"/>
                  </a:lnTo>
                  <a:cubicBezTo>
                    <a:pt x="1489583" y="0"/>
                    <a:pt x="1497076" y="7620"/>
                    <a:pt x="1497076" y="16891"/>
                  </a:cubicBezTo>
                  <a:lnTo>
                    <a:pt x="1497076" y="114554"/>
                  </a:lnTo>
                  <a:cubicBezTo>
                    <a:pt x="1497076" y="123952"/>
                    <a:pt x="1489456" y="131445"/>
                    <a:pt x="1480185" y="131445"/>
                  </a:cubicBezTo>
                  <a:lnTo>
                    <a:pt x="16891" y="131445"/>
                  </a:lnTo>
                  <a:cubicBezTo>
                    <a:pt x="7620" y="131445"/>
                    <a:pt x="0" y="123825"/>
                    <a:pt x="0" y="11455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554"/>
                  </a:lnTo>
                  <a:lnTo>
                    <a:pt x="16891" y="114554"/>
                  </a:lnTo>
                  <a:lnTo>
                    <a:pt x="16891" y="97663"/>
                  </a:lnTo>
                  <a:lnTo>
                    <a:pt x="1480185" y="97663"/>
                  </a:lnTo>
                  <a:lnTo>
                    <a:pt x="1480185" y="114554"/>
                  </a:lnTo>
                  <a:lnTo>
                    <a:pt x="1463294" y="114554"/>
                  </a:lnTo>
                  <a:lnTo>
                    <a:pt x="1463294" y="16891"/>
                  </a:lnTo>
                  <a:lnTo>
                    <a:pt x="1480185" y="16891"/>
                  </a:lnTo>
                  <a:lnTo>
                    <a:pt x="148018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0160" y="6718935"/>
            <a:ext cx="1572780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b="true" sz="23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Disciplina: </a:t>
            </a: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XRSC09 — Sistemas Distribuídos</a:t>
            </a:r>
          </a:p>
          <a:p>
            <a:pPr algn="l">
              <a:lnSpc>
                <a:spcPts val="2760"/>
              </a:lnSpc>
            </a:pPr>
            <a:r>
              <a:rPr lang="en-US" b="true" sz="23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Professor: </a:t>
            </a: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Rafael Frinhani</a:t>
            </a:r>
          </a:p>
          <a:p>
            <a:pPr algn="l">
              <a:lnSpc>
                <a:spcPts val="2760"/>
              </a:lnSpc>
            </a:pPr>
            <a:r>
              <a:rPr lang="en-US" b="true" sz="23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Instituição: </a:t>
            </a:r>
            <a:r>
              <a:rPr lang="en-US" sz="23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UNIFEI — Instituto de Matemática e Computação (IMC)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80160" y="8366760"/>
            <a:ext cx="5486400" cy="457200"/>
            <a:chOff x="0" y="0"/>
            <a:chExt cx="73152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Apresentado por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0160" y="8860536"/>
            <a:ext cx="3145803" cy="584997"/>
            <a:chOff x="0" y="0"/>
            <a:chExt cx="4194404" cy="7799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94400" cy="780000"/>
            </a:xfrm>
            <a:custGeom>
              <a:avLst/>
              <a:gdLst/>
              <a:ahLst/>
              <a:cxnLst/>
              <a:rect r="r" b="b" t="t" l="l"/>
              <a:pathLst>
                <a:path h="780000" w="4194400">
                  <a:moveTo>
                    <a:pt x="0" y="0"/>
                  </a:moveTo>
                  <a:lnTo>
                    <a:pt x="4194400" y="0"/>
                  </a:lnTo>
                  <a:lnTo>
                    <a:pt x="41944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79" r="0" b="-547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194404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Membro 1 · Coordenação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Davi Hara de Godoy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425696" y="8860536"/>
            <a:ext cx="3145803" cy="584997"/>
            <a:chOff x="0" y="0"/>
            <a:chExt cx="4194404" cy="7799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4400" cy="780000"/>
            </a:xfrm>
            <a:custGeom>
              <a:avLst/>
              <a:gdLst/>
              <a:ahLst/>
              <a:cxnLst/>
              <a:rect r="r" b="b" t="t" l="l"/>
              <a:pathLst>
                <a:path h="780000" w="4194400">
                  <a:moveTo>
                    <a:pt x="0" y="0"/>
                  </a:moveTo>
                  <a:lnTo>
                    <a:pt x="4194400" y="0"/>
                  </a:lnTo>
                  <a:lnTo>
                    <a:pt x="41944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79" r="0" b="-547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194404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Membro 2 · Teoria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Guilherme Schmidt Fontes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71099" y="8910876"/>
            <a:ext cx="3145803" cy="731396"/>
            <a:chOff x="0" y="0"/>
            <a:chExt cx="4194404" cy="9751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94400" cy="975200"/>
            </a:xfrm>
            <a:custGeom>
              <a:avLst/>
              <a:gdLst/>
              <a:ahLst/>
              <a:cxnLst/>
              <a:rect r="r" b="b" t="t" l="l"/>
              <a:pathLst>
                <a:path h="975200" w="4194400">
                  <a:moveTo>
                    <a:pt x="0" y="0"/>
                  </a:moveTo>
                  <a:lnTo>
                    <a:pt x="4194400" y="0"/>
                  </a:lnTo>
                  <a:lnTo>
                    <a:pt x="41944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06" r="0" b="-3380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194404" cy="1013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Membro 3 · Arquitetura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Joao Victor Fernandes Rodrigues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16749" y="8860555"/>
            <a:ext cx="3145803" cy="731396"/>
            <a:chOff x="0" y="0"/>
            <a:chExt cx="4194404" cy="97519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94400" cy="975200"/>
            </a:xfrm>
            <a:custGeom>
              <a:avLst/>
              <a:gdLst/>
              <a:ahLst/>
              <a:cxnLst/>
              <a:rect r="r" b="b" t="t" l="l"/>
              <a:pathLst>
                <a:path h="975200" w="4194400">
                  <a:moveTo>
                    <a:pt x="0" y="0"/>
                  </a:moveTo>
                  <a:lnTo>
                    <a:pt x="4194400" y="0"/>
                  </a:lnTo>
                  <a:lnTo>
                    <a:pt x="41944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06" r="0" b="-3380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194404" cy="1013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Membro 4 · Desenvolvimento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Vinicius Ribeiro Lourenço Marques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862304" y="8860536"/>
            <a:ext cx="3145803" cy="584997"/>
            <a:chOff x="0" y="0"/>
            <a:chExt cx="4194404" cy="7799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94400" cy="780000"/>
            </a:xfrm>
            <a:custGeom>
              <a:avLst/>
              <a:gdLst/>
              <a:ahLst/>
              <a:cxnLst/>
              <a:rect r="r" b="b" t="t" l="l"/>
              <a:pathLst>
                <a:path h="780000" w="4194400">
                  <a:moveTo>
                    <a:pt x="0" y="0"/>
                  </a:moveTo>
                  <a:lnTo>
                    <a:pt x="4194400" y="0"/>
                  </a:lnTo>
                  <a:lnTo>
                    <a:pt x="41944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79" r="0" b="-5477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194404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Membro 5 · Demonstração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Rafael Mariano da Silva Andrade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Sumário RabbitMQ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313926"/>
            <a:ext cx="3774196" cy="848601"/>
            <a:chOff x="0" y="0"/>
            <a:chExt cx="5032261" cy="11314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7018"/>
              <a:ext cx="4998466" cy="1097534"/>
            </a:xfrm>
            <a:custGeom>
              <a:avLst/>
              <a:gdLst/>
              <a:ahLst/>
              <a:cxnLst/>
              <a:rect r="r" b="b" t="t" l="l"/>
              <a:pathLst>
                <a:path h="1097534" w="4998466">
                  <a:moveTo>
                    <a:pt x="0" y="548767"/>
                  </a:moveTo>
                  <a:cubicBezTo>
                    <a:pt x="0" y="245618"/>
                    <a:pt x="251587" y="0"/>
                    <a:pt x="561975" y="0"/>
                  </a:cubicBezTo>
                  <a:lnTo>
                    <a:pt x="4436491" y="0"/>
                  </a:lnTo>
                  <a:cubicBezTo>
                    <a:pt x="4746879" y="0"/>
                    <a:pt x="4998466" y="245745"/>
                    <a:pt x="4998466" y="548767"/>
                  </a:cubicBezTo>
                  <a:cubicBezTo>
                    <a:pt x="4998466" y="851789"/>
                    <a:pt x="4746879" y="1097534"/>
                    <a:pt x="4436491" y="1097534"/>
                  </a:cubicBezTo>
                  <a:lnTo>
                    <a:pt x="561975" y="1097534"/>
                  </a:lnTo>
                  <a:cubicBezTo>
                    <a:pt x="251587" y="1097534"/>
                    <a:pt x="0" y="851789"/>
                    <a:pt x="0" y="548767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32248" cy="1131570"/>
            </a:xfrm>
            <a:custGeom>
              <a:avLst/>
              <a:gdLst/>
              <a:ahLst/>
              <a:cxnLst/>
              <a:rect r="r" b="b" t="t" l="l"/>
              <a:pathLst>
                <a:path h="1131570" w="5032248">
                  <a:moveTo>
                    <a:pt x="0" y="565785"/>
                  </a:moveTo>
                  <a:cubicBezTo>
                    <a:pt x="0" y="252857"/>
                    <a:pt x="259588" y="0"/>
                    <a:pt x="578866" y="0"/>
                  </a:cubicBezTo>
                  <a:lnTo>
                    <a:pt x="4453382" y="0"/>
                  </a:lnTo>
                  <a:lnTo>
                    <a:pt x="4453382" y="16891"/>
                  </a:lnTo>
                  <a:lnTo>
                    <a:pt x="4453382" y="0"/>
                  </a:lnTo>
                  <a:cubicBezTo>
                    <a:pt x="4772660" y="0"/>
                    <a:pt x="5032248" y="252857"/>
                    <a:pt x="5032248" y="565785"/>
                  </a:cubicBezTo>
                  <a:lnTo>
                    <a:pt x="5015357" y="565785"/>
                  </a:lnTo>
                  <a:lnTo>
                    <a:pt x="5032248" y="565785"/>
                  </a:lnTo>
                  <a:lnTo>
                    <a:pt x="5015357" y="565785"/>
                  </a:lnTo>
                  <a:lnTo>
                    <a:pt x="5032248" y="565785"/>
                  </a:lnTo>
                  <a:cubicBezTo>
                    <a:pt x="5032248" y="878586"/>
                    <a:pt x="4772660" y="1131570"/>
                    <a:pt x="4453382" y="1131570"/>
                  </a:cubicBezTo>
                  <a:lnTo>
                    <a:pt x="4453382" y="1114552"/>
                  </a:lnTo>
                  <a:lnTo>
                    <a:pt x="4453382" y="1131443"/>
                  </a:lnTo>
                  <a:lnTo>
                    <a:pt x="578866" y="1131443"/>
                  </a:lnTo>
                  <a:lnTo>
                    <a:pt x="578866" y="1114552"/>
                  </a:lnTo>
                  <a:lnTo>
                    <a:pt x="578866" y="1131443"/>
                  </a:lnTo>
                  <a:cubicBezTo>
                    <a:pt x="259588" y="1131443"/>
                    <a:pt x="0" y="878586"/>
                    <a:pt x="0" y="565785"/>
                  </a:cubicBezTo>
                  <a:lnTo>
                    <a:pt x="16891" y="565785"/>
                  </a:lnTo>
                  <a:lnTo>
                    <a:pt x="0" y="565785"/>
                  </a:lnTo>
                  <a:moveTo>
                    <a:pt x="33909" y="565785"/>
                  </a:moveTo>
                  <a:lnTo>
                    <a:pt x="16891" y="565785"/>
                  </a:lnTo>
                  <a:lnTo>
                    <a:pt x="33909" y="565785"/>
                  </a:lnTo>
                  <a:cubicBezTo>
                    <a:pt x="33909" y="859155"/>
                    <a:pt x="277495" y="1097661"/>
                    <a:pt x="578866" y="1097661"/>
                  </a:cubicBezTo>
                  <a:lnTo>
                    <a:pt x="4453382" y="1097661"/>
                  </a:lnTo>
                  <a:cubicBezTo>
                    <a:pt x="4754753" y="1097661"/>
                    <a:pt x="4998339" y="859155"/>
                    <a:pt x="4998339" y="565785"/>
                  </a:cubicBezTo>
                  <a:cubicBezTo>
                    <a:pt x="4998339" y="272415"/>
                    <a:pt x="4754753" y="33909"/>
                    <a:pt x="4453382" y="33909"/>
                  </a:cubicBezTo>
                  <a:lnTo>
                    <a:pt x="578866" y="33909"/>
                  </a:lnTo>
                  <a:lnTo>
                    <a:pt x="578866" y="16891"/>
                  </a:lnTo>
                  <a:lnTo>
                    <a:pt x="578866" y="33909"/>
                  </a:lnTo>
                  <a:cubicBezTo>
                    <a:pt x="277495" y="33909"/>
                    <a:pt x="33909" y="272415"/>
                    <a:pt x="33909" y="565785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1397" y="2326623"/>
            <a:ext cx="3748802" cy="823200"/>
            <a:chOff x="0" y="0"/>
            <a:chExt cx="4998402" cy="109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8400" cy="1097603"/>
            </a:xfrm>
            <a:custGeom>
              <a:avLst/>
              <a:gdLst/>
              <a:ahLst/>
              <a:cxnLst/>
              <a:rect r="r" b="b" t="t" l="l"/>
              <a:pathLst>
                <a:path h="1097603" w="4998400">
                  <a:moveTo>
                    <a:pt x="0" y="0"/>
                  </a:moveTo>
                  <a:lnTo>
                    <a:pt x="4998400" y="0"/>
                  </a:lnTo>
                  <a:lnTo>
                    <a:pt x="4998400" y="1097603"/>
                  </a:lnTo>
                  <a:lnTo>
                    <a:pt x="0" y="1097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3" r="0" b="-387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998402" cy="114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D7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Apresentação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62699" y="3304412"/>
            <a:ext cx="3774196" cy="848601"/>
            <a:chOff x="0" y="0"/>
            <a:chExt cx="5032261" cy="11314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7018"/>
              <a:ext cx="4998466" cy="1097534"/>
            </a:xfrm>
            <a:custGeom>
              <a:avLst/>
              <a:gdLst/>
              <a:ahLst/>
              <a:cxnLst/>
              <a:rect r="r" b="b" t="t" l="l"/>
              <a:pathLst>
                <a:path h="1097534" w="4998466">
                  <a:moveTo>
                    <a:pt x="0" y="548767"/>
                  </a:moveTo>
                  <a:cubicBezTo>
                    <a:pt x="0" y="245618"/>
                    <a:pt x="251587" y="0"/>
                    <a:pt x="561975" y="0"/>
                  </a:cubicBezTo>
                  <a:lnTo>
                    <a:pt x="4436491" y="0"/>
                  </a:lnTo>
                  <a:cubicBezTo>
                    <a:pt x="4746879" y="0"/>
                    <a:pt x="4998466" y="245745"/>
                    <a:pt x="4998466" y="548767"/>
                  </a:cubicBezTo>
                  <a:cubicBezTo>
                    <a:pt x="4998466" y="851789"/>
                    <a:pt x="4746879" y="1097534"/>
                    <a:pt x="4436491" y="1097534"/>
                  </a:cubicBezTo>
                  <a:lnTo>
                    <a:pt x="561975" y="1097534"/>
                  </a:lnTo>
                  <a:cubicBezTo>
                    <a:pt x="251587" y="1097534"/>
                    <a:pt x="0" y="851789"/>
                    <a:pt x="0" y="548767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32248" cy="1131570"/>
            </a:xfrm>
            <a:custGeom>
              <a:avLst/>
              <a:gdLst/>
              <a:ahLst/>
              <a:cxnLst/>
              <a:rect r="r" b="b" t="t" l="l"/>
              <a:pathLst>
                <a:path h="1131570" w="5032248">
                  <a:moveTo>
                    <a:pt x="0" y="565785"/>
                  </a:moveTo>
                  <a:cubicBezTo>
                    <a:pt x="0" y="252857"/>
                    <a:pt x="259588" y="0"/>
                    <a:pt x="578866" y="0"/>
                  </a:cubicBezTo>
                  <a:lnTo>
                    <a:pt x="4453382" y="0"/>
                  </a:lnTo>
                  <a:lnTo>
                    <a:pt x="4453382" y="16891"/>
                  </a:lnTo>
                  <a:lnTo>
                    <a:pt x="4453382" y="0"/>
                  </a:lnTo>
                  <a:cubicBezTo>
                    <a:pt x="4772660" y="0"/>
                    <a:pt x="5032248" y="252857"/>
                    <a:pt x="5032248" y="565785"/>
                  </a:cubicBezTo>
                  <a:lnTo>
                    <a:pt x="5015357" y="565785"/>
                  </a:lnTo>
                  <a:lnTo>
                    <a:pt x="5032248" y="565785"/>
                  </a:lnTo>
                  <a:lnTo>
                    <a:pt x="5015357" y="565785"/>
                  </a:lnTo>
                  <a:lnTo>
                    <a:pt x="5032248" y="565785"/>
                  </a:lnTo>
                  <a:cubicBezTo>
                    <a:pt x="5032248" y="878586"/>
                    <a:pt x="4772660" y="1131570"/>
                    <a:pt x="4453382" y="1131570"/>
                  </a:cubicBezTo>
                  <a:lnTo>
                    <a:pt x="4453382" y="1114552"/>
                  </a:lnTo>
                  <a:lnTo>
                    <a:pt x="4453382" y="1131443"/>
                  </a:lnTo>
                  <a:lnTo>
                    <a:pt x="578866" y="1131443"/>
                  </a:lnTo>
                  <a:lnTo>
                    <a:pt x="578866" y="1114552"/>
                  </a:lnTo>
                  <a:lnTo>
                    <a:pt x="578866" y="1131443"/>
                  </a:lnTo>
                  <a:cubicBezTo>
                    <a:pt x="259588" y="1131443"/>
                    <a:pt x="0" y="878586"/>
                    <a:pt x="0" y="565785"/>
                  </a:cubicBezTo>
                  <a:lnTo>
                    <a:pt x="16891" y="565785"/>
                  </a:lnTo>
                  <a:lnTo>
                    <a:pt x="0" y="565785"/>
                  </a:lnTo>
                  <a:moveTo>
                    <a:pt x="33909" y="565785"/>
                  </a:moveTo>
                  <a:lnTo>
                    <a:pt x="16891" y="565785"/>
                  </a:lnTo>
                  <a:lnTo>
                    <a:pt x="33909" y="565785"/>
                  </a:lnTo>
                  <a:cubicBezTo>
                    <a:pt x="33909" y="859155"/>
                    <a:pt x="277495" y="1097661"/>
                    <a:pt x="578866" y="1097661"/>
                  </a:cubicBezTo>
                  <a:lnTo>
                    <a:pt x="4453382" y="1097661"/>
                  </a:lnTo>
                  <a:cubicBezTo>
                    <a:pt x="4754753" y="1097661"/>
                    <a:pt x="4998339" y="859155"/>
                    <a:pt x="4998339" y="565785"/>
                  </a:cubicBezTo>
                  <a:cubicBezTo>
                    <a:pt x="4998339" y="272415"/>
                    <a:pt x="4754753" y="33909"/>
                    <a:pt x="4453382" y="33909"/>
                  </a:cubicBezTo>
                  <a:lnTo>
                    <a:pt x="578866" y="33909"/>
                  </a:lnTo>
                  <a:lnTo>
                    <a:pt x="578866" y="16891"/>
                  </a:lnTo>
                  <a:lnTo>
                    <a:pt x="578866" y="33909"/>
                  </a:lnTo>
                  <a:cubicBezTo>
                    <a:pt x="277495" y="33909"/>
                    <a:pt x="33909" y="272415"/>
                    <a:pt x="33909" y="565785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15798" y="3316985"/>
            <a:ext cx="3748802" cy="823200"/>
            <a:chOff x="0" y="0"/>
            <a:chExt cx="4998402" cy="109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98400" cy="1097603"/>
            </a:xfrm>
            <a:custGeom>
              <a:avLst/>
              <a:gdLst/>
              <a:ahLst/>
              <a:cxnLst/>
              <a:rect r="r" b="b" t="t" l="l"/>
              <a:pathLst>
                <a:path h="1097603" w="4998400">
                  <a:moveTo>
                    <a:pt x="0" y="0"/>
                  </a:moveTo>
                  <a:lnTo>
                    <a:pt x="4998400" y="0"/>
                  </a:lnTo>
                  <a:lnTo>
                    <a:pt x="4998400" y="1097603"/>
                  </a:lnTo>
                  <a:lnTo>
                    <a:pt x="0" y="1097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3" r="0" b="-3873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998402" cy="114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D7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Características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49797" y="4366012"/>
            <a:ext cx="3774196" cy="777488"/>
            <a:chOff x="0" y="0"/>
            <a:chExt cx="5032261" cy="1036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5592"/>
              <a:ext cx="4998466" cy="1005560"/>
            </a:xfrm>
            <a:custGeom>
              <a:avLst/>
              <a:gdLst/>
              <a:ahLst/>
              <a:cxnLst/>
              <a:rect r="r" b="b" t="t" l="l"/>
              <a:pathLst>
                <a:path h="1005560" w="4998466">
                  <a:moveTo>
                    <a:pt x="0" y="502780"/>
                  </a:moveTo>
                  <a:cubicBezTo>
                    <a:pt x="0" y="225035"/>
                    <a:pt x="251587" y="0"/>
                    <a:pt x="561975" y="0"/>
                  </a:cubicBezTo>
                  <a:lnTo>
                    <a:pt x="4436491" y="0"/>
                  </a:lnTo>
                  <a:cubicBezTo>
                    <a:pt x="4746879" y="0"/>
                    <a:pt x="4998466" y="225151"/>
                    <a:pt x="4998466" y="502780"/>
                  </a:cubicBezTo>
                  <a:cubicBezTo>
                    <a:pt x="4998466" y="780408"/>
                    <a:pt x="4746879" y="1005559"/>
                    <a:pt x="4436491" y="1005559"/>
                  </a:cubicBezTo>
                  <a:lnTo>
                    <a:pt x="561975" y="1005559"/>
                  </a:lnTo>
                  <a:cubicBezTo>
                    <a:pt x="251587" y="1005559"/>
                    <a:pt x="0" y="780408"/>
                    <a:pt x="0" y="502780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32248" cy="1036752"/>
            </a:xfrm>
            <a:custGeom>
              <a:avLst/>
              <a:gdLst/>
              <a:ahLst/>
              <a:cxnLst/>
              <a:rect r="r" b="b" t="t" l="l"/>
              <a:pathLst>
                <a:path h="1036752" w="5032248">
                  <a:moveTo>
                    <a:pt x="0" y="518372"/>
                  </a:moveTo>
                  <a:cubicBezTo>
                    <a:pt x="0" y="231667"/>
                    <a:pt x="259588" y="0"/>
                    <a:pt x="578866" y="0"/>
                  </a:cubicBezTo>
                  <a:lnTo>
                    <a:pt x="4453382" y="0"/>
                  </a:lnTo>
                  <a:lnTo>
                    <a:pt x="4453382" y="15476"/>
                  </a:lnTo>
                  <a:lnTo>
                    <a:pt x="4453382" y="0"/>
                  </a:lnTo>
                  <a:cubicBezTo>
                    <a:pt x="4772660" y="0"/>
                    <a:pt x="5032248" y="231667"/>
                    <a:pt x="5032248" y="518372"/>
                  </a:cubicBezTo>
                  <a:lnTo>
                    <a:pt x="5015357" y="518372"/>
                  </a:lnTo>
                  <a:lnTo>
                    <a:pt x="5032248" y="518372"/>
                  </a:lnTo>
                  <a:lnTo>
                    <a:pt x="5015357" y="518372"/>
                  </a:lnTo>
                  <a:lnTo>
                    <a:pt x="5032248" y="518372"/>
                  </a:lnTo>
                  <a:cubicBezTo>
                    <a:pt x="5032248" y="804960"/>
                    <a:pt x="4772660" y="1036752"/>
                    <a:pt x="4453382" y="1036752"/>
                  </a:cubicBezTo>
                  <a:lnTo>
                    <a:pt x="4453382" y="1021151"/>
                  </a:lnTo>
                  <a:lnTo>
                    <a:pt x="4453382" y="1036627"/>
                  </a:lnTo>
                  <a:lnTo>
                    <a:pt x="578866" y="1036627"/>
                  </a:lnTo>
                  <a:lnTo>
                    <a:pt x="578866" y="1021151"/>
                  </a:lnTo>
                  <a:lnTo>
                    <a:pt x="578866" y="1036627"/>
                  </a:lnTo>
                  <a:cubicBezTo>
                    <a:pt x="259588" y="1036627"/>
                    <a:pt x="0" y="804960"/>
                    <a:pt x="0" y="518372"/>
                  </a:cubicBezTo>
                  <a:lnTo>
                    <a:pt x="16891" y="518372"/>
                  </a:lnTo>
                  <a:lnTo>
                    <a:pt x="0" y="518372"/>
                  </a:lnTo>
                  <a:moveTo>
                    <a:pt x="33909" y="518372"/>
                  </a:moveTo>
                  <a:lnTo>
                    <a:pt x="16891" y="518372"/>
                  </a:lnTo>
                  <a:lnTo>
                    <a:pt x="33909" y="518372"/>
                  </a:lnTo>
                  <a:cubicBezTo>
                    <a:pt x="33909" y="787157"/>
                    <a:pt x="277495" y="1005676"/>
                    <a:pt x="578866" y="1005676"/>
                  </a:cubicBezTo>
                  <a:lnTo>
                    <a:pt x="4453382" y="1005676"/>
                  </a:lnTo>
                  <a:cubicBezTo>
                    <a:pt x="4754753" y="1005676"/>
                    <a:pt x="4998339" y="787157"/>
                    <a:pt x="4998339" y="518372"/>
                  </a:cubicBezTo>
                  <a:cubicBezTo>
                    <a:pt x="4998339" y="249586"/>
                    <a:pt x="4754753" y="31067"/>
                    <a:pt x="4453382" y="31067"/>
                  </a:cubicBezTo>
                  <a:lnTo>
                    <a:pt x="578866" y="31067"/>
                  </a:lnTo>
                  <a:lnTo>
                    <a:pt x="578866" y="15476"/>
                  </a:lnTo>
                  <a:lnTo>
                    <a:pt x="578866" y="31067"/>
                  </a:lnTo>
                  <a:cubicBezTo>
                    <a:pt x="277495" y="31067"/>
                    <a:pt x="33909" y="249586"/>
                    <a:pt x="33909" y="518372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862493" y="4377645"/>
            <a:ext cx="3748802" cy="754215"/>
            <a:chOff x="0" y="0"/>
            <a:chExt cx="4998402" cy="10056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98400" cy="1005623"/>
            </a:xfrm>
            <a:custGeom>
              <a:avLst/>
              <a:gdLst/>
              <a:ahLst/>
              <a:cxnLst/>
              <a:rect r="r" b="b" t="t" l="l"/>
              <a:pathLst>
                <a:path h="1005623" w="4998400">
                  <a:moveTo>
                    <a:pt x="0" y="0"/>
                  </a:moveTo>
                  <a:lnTo>
                    <a:pt x="4998400" y="0"/>
                  </a:lnTo>
                  <a:lnTo>
                    <a:pt x="4998400" y="1005623"/>
                  </a:lnTo>
                  <a:lnTo>
                    <a:pt x="0" y="10056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76" r="0" b="-514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998402" cy="1053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D7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Comunicação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64600" y="5290247"/>
            <a:ext cx="3774196" cy="848601"/>
            <a:chOff x="0" y="0"/>
            <a:chExt cx="5032261" cy="11314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7018"/>
              <a:ext cx="4998466" cy="1097534"/>
            </a:xfrm>
            <a:custGeom>
              <a:avLst/>
              <a:gdLst/>
              <a:ahLst/>
              <a:cxnLst/>
              <a:rect r="r" b="b" t="t" l="l"/>
              <a:pathLst>
                <a:path h="1097534" w="4998466">
                  <a:moveTo>
                    <a:pt x="0" y="548767"/>
                  </a:moveTo>
                  <a:cubicBezTo>
                    <a:pt x="0" y="245618"/>
                    <a:pt x="251587" y="0"/>
                    <a:pt x="561975" y="0"/>
                  </a:cubicBezTo>
                  <a:lnTo>
                    <a:pt x="4436491" y="0"/>
                  </a:lnTo>
                  <a:cubicBezTo>
                    <a:pt x="4746879" y="0"/>
                    <a:pt x="4998466" y="245745"/>
                    <a:pt x="4998466" y="548767"/>
                  </a:cubicBezTo>
                  <a:cubicBezTo>
                    <a:pt x="4998466" y="851789"/>
                    <a:pt x="4746879" y="1097534"/>
                    <a:pt x="4436491" y="1097534"/>
                  </a:cubicBezTo>
                  <a:lnTo>
                    <a:pt x="561975" y="1097534"/>
                  </a:lnTo>
                  <a:cubicBezTo>
                    <a:pt x="251587" y="1097534"/>
                    <a:pt x="0" y="851789"/>
                    <a:pt x="0" y="548767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32248" cy="1131570"/>
            </a:xfrm>
            <a:custGeom>
              <a:avLst/>
              <a:gdLst/>
              <a:ahLst/>
              <a:cxnLst/>
              <a:rect r="r" b="b" t="t" l="l"/>
              <a:pathLst>
                <a:path h="1131570" w="5032248">
                  <a:moveTo>
                    <a:pt x="0" y="565785"/>
                  </a:moveTo>
                  <a:cubicBezTo>
                    <a:pt x="0" y="252857"/>
                    <a:pt x="259588" y="0"/>
                    <a:pt x="578866" y="0"/>
                  </a:cubicBezTo>
                  <a:lnTo>
                    <a:pt x="4453382" y="0"/>
                  </a:lnTo>
                  <a:lnTo>
                    <a:pt x="4453382" y="16891"/>
                  </a:lnTo>
                  <a:lnTo>
                    <a:pt x="4453382" y="0"/>
                  </a:lnTo>
                  <a:cubicBezTo>
                    <a:pt x="4772660" y="0"/>
                    <a:pt x="5032248" y="252857"/>
                    <a:pt x="5032248" y="565785"/>
                  </a:cubicBezTo>
                  <a:lnTo>
                    <a:pt x="5015357" y="565785"/>
                  </a:lnTo>
                  <a:lnTo>
                    <a:pt x="5032248" y="565785"/>
                  </a:lnTo>
                  <a:lnTo>
                    <a:pt x="5015357" y="565785"/>
                  </a:lnTo>
                  <a:lnTo>
                    <a:pt x="5032248" y="565785"/>
                  </a:lnTo>
                  <a:cubicBezTo>
                    <a:pt x="5032248" y="878586"/>
                    <a:pt x="4772660" y="1131570"/>
                    <a:pt x="4453382" y="1131570"/>
                  </a:cubicBezTo>
                  <a:lnTo>
                    <a:pt x="4453382" y="1114552"/>
                  </a:lnTo>
                  <a:lnTo>
                    <a:pt x="4453382" y="1131443"/>
                  </a:lnTo>
                  <a:lnTo>
                    <a:pt x="578866" y="1131443"/>
                  </a:lnTo>
                  <a:lnTo>
                    <a:pt x="578866" y="1114552"/>
                  </a:lnTo>
                  <a:lnTo>
                    <a:pt x="578866" y="1131443"/>
                  </a:lnTo>
                  <a:cubicBezTo>
                    <a:pt x="259588" y="1131443"/>
                    <a:pt x="0" y="878586"/>
                    <a:pt x="0" y="565785"/>
                  </a:cubicBezTo>
                  <a:lnTo>
                    <a:pt x="16891" y="565785"/>
                  </a:lnTo>
                  <a:lnTo>
                    <a:pt x="0" y="565785"/>
                  </a:lnTo>
                  <a:moveTo>
                    <a:pt x="33909" y="565785"/>
                  </a:moveTo>
                  <a:lnTo>
                    <a:pt x="16891" y="565785"/>
                  </a:lnTo>
                  <a:lnTo>
                    <a:pt x="33909" y="565785"/>
                  </a:lnTo>
                  <a:cubicBezTo>
                    <a:pt x="33909" y="859155"/>
                    <a:pt x="277495" y="1097661"/>
                    <a:pt x="578866" y="1097661"/>
                  </a:cubicBezTo>
                  <a:lnTo>
                    <a:pt x="4453382" y="1097661"/>
                  </a:lnTo>
                  <a:cubicBezTo>
                    <a:pt x="4754753" y="1097661"/>
                    <a:pt x="4998339" y="859155"/>
                    <a:pt x="4998339" y="565785"/>
                  </a:cubicBezTo>
                  <a:cubicBezTo>
                    <a:pt x="4998339" y="272415"/>
                    <a:pt x="4754753" y="33909"/>
                    <a:pt x="4453382" y="33909"/>
                  </a:cubicBezTo>
                  <a:lnTo>
                    <a:pt x="578866" y="33909"/>
                  </a:lnTo>
                  <a:lnTo>
                    <a:pt x="578866" y="16891"/>
                  </a:lnTo>
                  <a:lnTo>
                    <a:pt x="578866" y="33909"/>
                  </a:lnTo>
                  <a:cubicBezTo>
                    <a:pt x="277495" y="33909"/>
                    <a:pt x="33909" y="272415"/>
                    <a:pt x="33909" y="565785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677296" y="5302944"/>
            <a:ext cx="3748802" cy="823200"/>
            <a:chOff x="0" y="0"/>
            <a:chExt cx="4998402" cy="1097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98400" cy="1097603"/>
            </a:xfrm>
            <a:custGeom>
              <a:avLst/>
              <a:gdLst/>
              <a:ahLst/>
              <a:cxnLst/>
              <a:rect r="r" b="b" t="t" l="l"/>
              <a:pathLst>
                <a:path h="1097603" w="4998400">
                  <a:moveTo>
                    <a:pt x="0" y="0"/>
                  </a:moveTo>
                  <a:lnTo>
                    <a:pt x="4998400" y="0"/>
                  </a:lnTo>
                  <a:lnTo>
                    <a:pt x="4998400" y="1097603"/>
                  </a:lnTo>
                  <a:lnTo>
                    <a:pt x="0" y="1097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3" r="0" b="-387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998402" cy="114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D7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Apresentação do código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11295" y="6300773"/>
            <a:ext cx="3774196" cy="848601"/>
            <a:chOff x="0" y="0"/>
            <a:chExt cx="5032261" cy="11314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7018"/>
              <a:ext cx="4998466" cy="1097534"/>
            </a:xfrm>
            <a:custGeom>
              <a:avLst/>
              <a:gdLst/>
              <a:ahLst/>
              <a:cxnLst/>
              <a:rect r="r" b="b" t="t" l="l"/>
              <a:pathLst>
                <a:path h="1097534" w="4998466">
                  <a:moveTo>
                    <a:pt x="0" y="548767"/>
                  </a:moveTo>
                  <a:cubicBezTo>
                    <a:pt x="0" y="245618"/>
                    <a:pt x="251587" y="0"/>
                    <a:pt x="561975" y="0"/>
                  </a:cubicBezTo>
                  <a:lnTo>
                    <a:pt x="4436491" y="0"/>
                  </a:lnTo>
                  <a:cubicBezTo>
                    <a:pt x="4746879" y="0"/>
                    <a:pt x="4998466" y="245745"/>
                    <a:pt x="4998466" y="548767"/>
                  </a:cubicBezTo>
                  <a:cubicBezTo>
                    <a:pt x="4998466" y="851789"/>
                    <a:pt x="4746879" y="1097534"/>
                    <a:pt x="4436491" y="1097534"/>
                  </a:cubicBezTo>
                  <a:lnTo>
                    <a:pt x="561975" y="1097534"/>
                  </a:lnTo>
                  <a:cubicBezTo>
                    <a:pt x="251587" y="1097534"/>
                    <a:pt x="0" y="851789"/>
                    <a:pt x="0" y="548767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32248" cy="1131570"/>
            </a:xfrm>
            <a:custGeom>
              <a:avLst/>
              <a:gdLst/>
              <a:ahLst/>
              <a:cxnLst/>
              <a:rect r="r" b="b" t="t" l="l"/>
              <a:pathLst>
                <a:path h="1131570" w="5032248">
                  <a:moveTo>
                    <a:pt x="0" y="565785"/>
                  </a:moveTo>
                  <a:cubicBezTo>
                    <a:pt x="0" y="252857"/>
                    <a:pt x="259588" y="0"/>
                    <a:pt x="578866" y="0"/>
                  </a:cubicBezTo>
                  <a:lnTo>
                    <a:pt x="4453382" y="0"/>
                  </a:lnTo>
                  <a:lnTo>
                    <a:pt x="4453382" y="16891"/>
                  </a:lnTo>
                  <a:lnTo>
                    <a:pt x="4453382" y="0"/>
                  </a:lnTo>
                  <a:cubicBezTo>
                    <a:pt x="4772660" y="0"/>
                    <a:pt x="5032248" y="252857"/>
                    <a:pt x="5032248" y="565785"/>
                  </a:cubicBezTo>
                  <a:lnTo>
                    <a:pt x="5015357" y="565785"/>
                  </a:lnTo>
                  <a:lnTo>
                    <a:pt x="5032248" y="565785"/>
                  </a:lnTo>
                  <a:lnTo>
                    <a:pt x="5015357" y="565785"/>
                  </a:lnTo>
                  <a:lnTo>
                    <a:pt x="5032248" y="565785"/>
                  </a:lnTo>
                  <a:cubicBezTo>
                    <a:pt x="5032248" y="878586"/>
                    <a:pt x="4772660" y="1131570"/>
                    <a:pt x="4453382" y="1131570"/>
                  </a:cubicBezTo>
                  <a:lnTo>
                    <a:pt x="4453382" y="1114552"/>
                  </a:lnTo>
                  <a:lnTo>
                    <a:pt x="4453382" y="1131443"/>
                  </a:lnTo>
                  <a:lnTo>
                    <a:pt x="578866" y="1131443"/>
                  </a:lnTo>
                  <a:lnTo>
                    <a:pt x="578866" y="1114552"/>
                  </a:lnTo>
                  <a:lnTo>
                    <a:pt x="578866" y="1131443"/>
                  </a:lnTo>
                  <a:cubicBezTo>
                    <a:pt x="259588" y="1131443"/>
                    <a:pt x="0" y="878586"/>
                    <a:pt x="0" y="565785"/>
                  </a:cubicBezTo>
                  <a:lnTo>
                    <a:pt x="16891" y="565785"/>
                  </a:lnTo>
                  <a:lnTo>
                    <a:pt x="0" y="565785"/>
                  </a:lnTo>
                  <a:moveTo>
                    <a:pt x="33909" y="565785"/>
                  </a:moveTo>
                  <a:lnTo>
                    <a:pt x="16891" y="565785"/>
                  </a:lnTo>
                  <a:lnTo>
                    <a:pt x="33909" y="565785"/>
                  </a:lnTo>
                  <a:cubicBezTo>
                    <a:pt x="33909" y="859155"/>
                    <a:pt x="277495" y="1097661"/>
                    <a:pt x="578866" y="1097661"/>
                  </a:cubicBezTo>
                  <a:lnTo>
                    <a:pt x="4453382" y="1097661"/>
                  </a:lnTo>
                  <a:cubicBezTo>
                    <a:pt x="4754753" y="1097661"/>
                    <a:pt x="4998339" y="859155"/>
                    <a:pt x="4998339" y="565785"/>
                  </a:cubicBezTo>
                  <a:cubicBezTo>
                    <a:pt x="4998339" y="272415"/>
                    <a:pt x="4754753" y="33909"/>
                    <a:pt x="4453382" y="33909"/>
                  </a:cubicBezTo>
                  <a:lnTo>
                    <a:pt x="578866" y="33909"/>
                  </a:lnTo>
                  <a:lnTo>
                    <a:pt x="578866" y="16891"/>
                  </a:lnTo>
                  <a:lnTo>
                    <a:pt x="578866" y="33909"/>
                  </a:lnTo>
                  <a:cubicBezTo>
                    <a:pt x="277495" y="33909"/>
                    <a:pt x="33909" y="272415"/>
                    <a:pt x="33909" y="565785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623992" y="6313470"/>
            <a:ext cx="3748802" cy="823200"/>
            <a:chOff x="0" y="0"/>
            <a:chExt cx="4998402" cy="1097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400" cy="1097603"/>
            </a:xfrm>
            <a:custGeom>
              <a:avLst/>
              <a:gdLst/>
              <a:ahLst/>
              <a:cxnLst/>
              <a:rect r="r" b="b" t="t" l="l"/>
              <a:pathLst>
                <a:path h="1097603" w="4998400">
                  <a:moveTo>
                    <a:pt x="0" y="0"/>
                  </a:moveTo>
                  <a:lnTo>
                    <a:pt x="4998400" y="0"/>
                  </a:lnTo>
                  <a:lnTo>
                    <a:pt x="4998400" y="1097603"/>
                  </a:lnTo>
                  <a:lnTo>
                    <a:pt x="0" y="1097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3" r="0" b="-3873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998402" cy="114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D7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Demonstração do funcionamento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498393" y="7412673"/>
            <a:ext cx="3774196" cy="848601"/>
            <a:chOff x="0" y="0"/>
            <a:chExt cx="5032261" cy="11314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7018"/>
              <a:ext cx="4998466" cy="1097534"/>
            </a:xfrm>
            <a:custGeom>
              <a:avLst/>
              <a:gdLst/>
              <a:ahLst/>
              <a:cxnLst/>
              <a:rect r="r" b="b" t="t" l="l"/>
              <a:pathLst>
                <a:path h="1097534" w="4998466">
                  <a:moveTo>
                    <a:pt x="0" y="548767"/>
                  </a:moveTo>
                  <a:cubicBezTo>
                    <a:pt x="0" y="245618"/>
                    <a:pt x="251587" y="0"/>
                    <a:pt x="561975" y="0"/>
                  </a:cubicBezTo>
                  <a:lnTo>
                    <a:pt x="4436491" y="0"/>
                  </a:lnTo>
                  <a:cubicBezTo>
                    <a:pt x="4746879" y="0"/>
                    <a:pt x="4998466" y="245745"/>
                    <a:pt x="4998466" y="548767"/>
                  </a:cubicBezTo>
                  <a:cubicBezTo>
                    <a:pt x="4998466" y="851789"/>
                    <a:pt x="4746879" y="1097534"/>
                    <a:pt x="4436491" y="1097534"/>
                  </a:cubicBezTo>
                  <a:lnTo>
                    <a:pt x="561975" y="1097534"/>
                  </a:lnTo>
                  <a:cubicBezTo>
                    <a:pt x="251587" y="1097534"/>
                    <a:pt x="0" y="851789"/>
                    <a:pt x="0" y="548767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32248" cy="1131570"/>
            </a:xfrm>
            <a:custGeom>
              <a:avLst/>
              <a:gdLst/>
              <a:ahLst/>
              <a:cxnLst/>
              <a:rect r="r" b="b" t="t" l="l"/>
              <a:pathLst>
                <a:path h="1131570" w="5032248">
                  <a:moveTo>
                    <a:pt x="0" y="565785"/>
                  </a:moveTo>
                  <a:cubicBezTo>
                    <a:pt x="0" y="252857"/>
                    <a:pt x="259588" y="0"/>
                    <a:pt x="578866" y="0"/>
                  </a:cubicBezTo>
                  <a:lnTo>
                    <a:pt x="4453382" y="0"/>
                  </a:lnTo>
                  <a:lnTo>
                    <a:pt x="4453382" y="16891"/>
                  </a:lnTo>
                  <a:lnTo>
                    <a:pt x="4453382" y="0"/>
                  </a:lnTo>
                  <a:cubicBezTo>
                    <a:pt x="4772660" y="0"/>
                    <a:pt x="5032248" y="252857"/>
                    <a:pt x="5032248" y="565785"/>
                  </a:cubicBezTo>
                  <a:lnTo>
                    <a:pt x="5015357" y="565785"/>
                  </a:lnTo>
                  <a:lnTo>
                    <a:pt x="5032248" y="565785"/>
                  </a:lnTo>
                  <a:lnTo>
                    <a:pt x="5015357" y="565785"/>
                  </a:lnTo>
                  <a:lnTo>
                    <a:pt x="5032248" y="565785"/>
                  </a:lnTo>
                  <a:cubicBezTo>
                    <a:pt x="5032248" y="878586"/>
                    <a:pt x="4772660" y="1131570"/>
                    <a:pt x="4453382" y="1131570"/>
                  </a:cubicBezTo>
                  <a:lnTo>
                    <a:pt x="4453382" y="1114552"/>
                  </a:lnTo>
                  <a:lnTo>
                    <a:pt x="4453382" y="1131443"/>
                  </a:lnTo>
                  <a:lnTo>
                    <a:pt x="578866" y="1131443"/>
                  </a:lnTo>
                  <a:lnTo>
                    <a:pt x="578866" y="1114552"/>
                  </a:lnTo>
                  <a:lnTo>
                    <a:pt x="578866" y="1131443"/>
                  </a:lnTo>
                  <a:cubicBezTo>
                    <a:pt x="259588" y="1131443"/>
                    <a:pt x="0" y="878586"/>
                    <a:pt x="0" y="565785"/>
                  </a:cubicBezTo>
                  <a:lnTo>
                    <a:pt x="16891" y="565785"/>
                  </a:lnTo>
                  <a:lnTo>
                    <a:pt x="0" y="565785"/>
                  </a:lnTo>
                  <a:moveTo>
                    <a:pt x="33909" y="565785"/>
                  </a:moveTo>
                  <a:lnTo>
                    <a:pt x="16891" y="565785"/>
                  </a:lnTo>
                  <a:lnTo>
                    <a:pt x="33909" y="565785"/>
                  </a:lnTo>
                  <a:cubicBezTo>
                    <a:pt x="33909" y="859155"/>
                    <a:pt x="277495" y="1097661"/>
                    <a:pt x="578866" y="1097661"/>
                  </a:cubicBezTo>
                  <a:lnTo>
                    <a:pt x="4453382" y="1097661"/>
                  </a:lnTo>
                  <a:cubicBezTo>
                    <a:pt x="4754753" y="1097661"/>
                    <a:pt x="4998339" y="859155"/>
                    <a:pt x="4998339" y="565785"/>
                  </a:cubicBezTo>
                  <a:cubicBezTo>
                    <a:pt x="4998339" y="272415"/>
                    <a:pt x="4754753" y="33909"/>
                    <a:pt x="4453382" y="33909"/>
                  </a:cubicBezTo>
                  <a:lnTo>
                    <a:pt x="578866" y="33909"/>
                  </a:lnTo>
                  <a:lnTo>
                    <a:pt x="578866" y="16891"/>
                  </a:lnTo>
                  <a:lnTo>
                    <a:pt x="578866" y="33909"/>
                  </a:lnTo>
                  <a:cubicBezTo>
                    <a:pt x="277495" y="33909"/>
                    <a:pt x="33909" y="272415"/>
                    <a:pt x="33909" y="565785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511090" y="7425370"/>
            <a:ext cx="3748802" cy="823200"/>
            <a:chOff x="0" y="0"/>
            <a:chExt cx="4998402" cy="1097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400" cy="1097603"/>
            </a:xfrm>
            <a:custGeom>
              <a:avLst/>
              <a:gdLst/>
              <a:ahLst/>
              <a:cxnLst/>
              <a:rect r="r" b="b" t="t" l="l"/>
              <a:pathLst>
                <a:path h="1097603" w="4998400">
                  <a:moveTo>
                    <a:pt x="0" y="0"/>
                  </a:moveTo>
                  <a:lnTo>
                    <a:pt x="4998400" y="0"/>
                  </a:lnTo>
                  <a:lnTo>
                    <a:pt x="4998400" y="1097603"/>
                  </a:lnTo>
                  <a:lnTo>
                    <a:pt x="0" y="1097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3" r="0" b="-3873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998402" cy="114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D7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Cenários de uso e vantagens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72794" y="8547024"/>
            <a:ext cx="3774196" cy="848601"/>
            <a:chOff x="0" y="0"/>
            <a:chExt cx="5032261" cy="11314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7018"/>
              <a:ext cx="4998466" cy="1097534"/>
            </a:xfrm>
            <a:custGeom>
              <a:avLst/>
              <a:gdLst/>
              <a:ahLst/>
              <a:cxnLst/>
              <a:rect r="r" b="b" t="t" l="l"/>
              <a:pathLst>
                <a:path h="1097534" w="4998466">
                  <a:moveTo>
                    <a:pt x="0" y="548767"/>
                  </a:moveTo>
                  <a:cubicBezTo>
                    <a:pt x="0" y="245618"/>
                    <a:pt x="251587" y="0"/>
                    <a:pt x="561975" y="0"/>
                  </a:cubicBezTo>
                  <a:lnTo>
                    <a:pt x="4436491" y="0"/>
                  </a:lnTo>
                  <a:cubicBezTo>
                    <a:pt x="4746879" y="0"/>
                    <a:pt x="4998466" y="245745"/>
                    <a:pt x="4998466" y="548767"/>
                  </a:cubicBezTo>
                  <a:cubicBezTo>
                    <a:pt x="4998466" y="851789"/>
                    <a:pt x="4746879" y="1097534"/>
                    <a:pt x="4436491" y="1097534"/>
                  </a:cubicBezTo>
                  <a:lnTo>
                    <a:pt x="561975" y="1097534"/>
                  </a:lnTo>
                  <a:cubicBezTo>
                    <a:pt x="251587" y="1097534"/>
                    <a:pt x="0" y="851789"/>
                    <a:pt x="0" y="548767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32248" cy="1131570"/>
            </a:xfrm>
            <a:custGeom>
              <a:avLst/>
              <a:gdLst/>
              <a:ahLst/>
              <a:cxnLst/>
              <a:rect r="r" b="b" t="t" l="l"/>
              <a:pathLst>
                <a:path h="1131570" w="5032248">
                  <a:moveTo>
                    <a:pt x="0" y="565785"/>
                  </a:moveTo>
                  <a:cubicBezTo>
                    <a:pt x="0" y="252857"/>
                    <a:pt x="259588" y="0"/>
                    <a:pt x="578866" y="0"/>
                  </a:cubicBezTo>
                  <a:lnTo>
                    <a:pt x="4453382" y="0"/>
                  </a:lnTo>
                  <a:lnTo>
                    <a:pt x="4453382" y="16891"/>
                  </a:lnTo>
                  <a:lnTo>
                    <a:pt x="4453382" y="0"/>
                  </a:lnTo>
                  <a:cubicBezTo>
                    <a:pt x="4772660" y="0"/>
                    <a:pt x="5032248" y="252857"/>
                    <a:pt x="5032248" y="565785"/>
                  </a:cubicBezTo>
                  <a:lnTo>
                    <a:pt x="5015357" y="565785"/>
                  </a:lnTo>
                  <a:lnTo>
                    <a:pt x="5032248" y="565785"/>
                  </a:lnTo>
                  <a:lnTo>
                    <a:pt x="5015357" y="565785"/>
                  </a:lnTo>
                  <a:lnTo>
                    <a:pt x="5032248" y="565785"/>
                  </a:lnTo>
                  <a:cubicBezTo>
                    <a:pt x="5032248" y="878586"/>
                    <a:pt x="4772660" y="1131570"/>
                    <a:pt x="4453382" y="1131570"/>
                  </a:cubicBezTo>
                  <a:lnTo>
                    <a:pt x="4453382" y="1114552"/>
                  </a:lnTo>
                  <a:lnTo>
                    <a:pt x="4453382" y="1131443"/>
                  </a:lnTo>
                  <a:lnTo>
                    <a:pt x="578866" y="1131443"/>
                  </a:lnTo>
                  <a:lnTo>
                    <a:pt x="578866" y="1114552"/>
                  </a:lnTo>
                  <a:lnTo>
                    <a:pt x="578866" y="1131443"/>
                  </a:lnTo>
                  <a:cubicBezTo>
                    <a:pt x="259588" y="1131443"/>
                    <a:pt x="0" y="878586"/>
                    <a:pt x="0" y="565785"/>
                  </a:cubicBezTo>
                  <a:lnTo>
                    <a:pt x="16891" y="565785"/>
                  </a:lnTo>
                  <a:lnTo>
                    <a:pt x="0" y="565785"/>
                  </a:lnTo>
                  <a:moveTo>
                    <a:pt x="33909" y="565785"/>
                  </a:moveTo>
                  <a:lnTo>
                    <a:pt x="16891" y="565785"/>
                  </a:lnTo>
                  <a:lnTo>
                    <a:pt x="33909" y="565785"/>
                  </a:lnTo>
                  <a:cubicBezTo>
                    <a:pt x="33909" y="859155"/>
                    <a:pt x="277495" y="1097661"/>
                    <a:pt x="578866" y="1097661"/>
                  </a:cubicBezTo>
                  <a:lnTo>
                    <a:pt x="4453382" y="1097661"/>
                  </a:lnTo>
                  <a:cubicBezTo>
                    <a:pt x="4754753" y="1097661"/>
                    <a:pt x="4998339" y="859155"/>
                    <a:pt x="4998339" y="565785"/>
                  </a:cubicBezTo>
                  <a:cubicBezTo>
                    <a:pt x="4998339" y="272415"/>
                    <a:pt x="4754753" y="33909"/>
                    <a:pt x="4453382" y="33909"/>
                  </a:cubicBezTo>
                  <a:lnTo>
                    <a:pt x="578866" y="33909"/>
                  </a:lnTo>
                  <a:lnTo>
                    <a:pt x="578866" y="16891"/>
                  </a:lnTo>
                  <a:lnTo>
                    <a:pt x="578866" y="33909"/>
                  </a:lnTo>
                  <a:cubicBezTo>
                    <a:pt x="277495" y="33909"/>
                    <a:pt x="33909" y="272415"/>
                    <a:pt x="33909" y="565785"/>
                  </a:cubicBezTo>
                  <a:close/>
                </a:path>
              </a:pathLst>
            </a:custGeom>
            <a:solidFill>
              <a:srgbClr val="E0F2F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385491" y="8559721"/>
            <a:ext cx="3748802" cy="823200"/>
            <a:chOff x="0" y="0"/>
            <a:chExt cx="4998402" cy="1097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98400" cy="1097603"/>
            </a:xfrm>
            <a:custGeom>
              <a:avLst/>
              <a:gdLst/>
              <a:ahLst/>
              <a:cxnLst/>
              <a:rect r="r" b="b" t="t" l="l"/>
              <a:pathLst>
                <a:path h="1097603" w="4998400">
                  <a:moveTo>
                    <a:pt x="0" y="0"/>
                  </a:moveTo>
                  <a:lnTo>
                    <a:pt x="4998400" y="0"/>
                  </a:lnTo>
                  <a:lnTo>
                    <a:pt x="4998400" y="1097603"/>
                  </a:lnTo>
                  <a:lnTo>
                    <a:pt x="0" y="1097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33" r="0" b="-387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998402" cy="114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D73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O que é o RabbitMQ?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843"/>
            <a:chOff x="0" y="0"/>
            <a:chExt cx="1253071" cy="155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920"/>
            </a:xfrm>
            <a:custGeom>
              <a:avLst/>
              <a:gdLst/>
              <a:ahLst/>
              <a:cxnLst/>
              <a:rect r="r" b="b" t="t" l="l"/>
              <a:pathLst>
                <a:path h="1219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704"/>
            </a:xfrm>
            <a:custGeom>
              <a:avLst/>
              <a:gdLst/>
              <a:ahLst/>
              <a:cxnLst/>
              <a:rect r="r" b="b" t="t" l="l"/>
              <a:pathLst>
                <a:path h="155704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811"/>
                  </a:lnTo>
                  <a:cubicBezTo>
                    <a:pt x="1252982" y="148209"/>
                    <a:pt x="1245362" y="155702"/>
                    <a:pt x="1236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236091" y="121920"/>
                  </a:lnTo>
                  <a:lnTo>
                    <a:pt x="1236091" y="138811"/>
                  </a:lnTo>
                  <a:lnTo>
                    <a:pt x="1219200" y="1388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3370583"/>
            <a:ext cx="8437883" cy="5511803"/>
            <a:chOff x="0" y="0"/>
            <a:chExt cx="11250511" cy="7349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112166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50422" cy="7348982"/>
            </a:xfrm>
            <a:custGeom>
              <a:avLst/>
              <a:gdLst/>
              <a:ahLst/>
              <a:cxnLst/>
              <a:rect r="r" b="b" t="t" l="l"/>
              <a:pathLst>
                <a:path h="734898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7332091"/>
                  </a:lnTo>
                  <a:cubicBezTo>
                    <a:pt x="11250422" y="7341489"/>
                    <a:pt x="11242802" y="7348982"/>
                    <a:pt x="1123353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11233531" y="7315200"/>
                  </a:lnTo>
                  <a:lnTo>
                    <a:pt x="11233531" y="7332091"/>
                  </a:lnTo>
                  <a:lnTo>
                    <a:pt x="11216640" y="733209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3370583"/>
            <a:ext cx="171707" cy="5511803"/>
            <a:chOff x="0" y="0"/>
            <a:chExt cx="228943" cy="7349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95072" cy="7315200"/>
            </a:xfrm>
            <a:custGeom>
              <a:avLst/>
              <a:gdLst/>
              <a:ahLst/>
              <a:cxnLst/>
              <a:rect r="r" b="b" t="t" l="l"/>
              <a:pathLst>
                <a:path h="73152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854" cy="7348982"/>
            </a:xfrm>
            <a:custGeom>
              <a:avLst/>
              <a:gdLst/>
              <a:ahLst/>
              <a:cxnLst/>
              <a:rect r="r" b="b" t="t" l="l"/>
              <a:pathLst>
                <a:path h="73489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7332091"/>
                  </a:lnTo>
                  <a:cubicBezTo>
                    <a:pt x="228854" y="7341489"/>
                    <a:pt x="221234" y="7348982"/>
                    <a:pt x="211963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211963" y="7315200"/>
                  </a:lnTo>
                  <a:lnTo>
                    <a:pt x="211963" y="7332091"/>
                  </a:lnTo>
                  <a:lnTo>
                    <a:pt x="195072" y="73320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3040" y="3749040"/>
            <a:ext cx="7498080" cy="548640"/>
            <a:chOff x="0" y="0"/>
            <a:chExt cx="99974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DEFINIÇÃO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63040" y="4341495"/>
            <a:ext cx="7498080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A2B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Middleware de mensageria </a:t>
            </a:r>
            <a:r>
              <a:rPr lang="en-US" sz="2799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open-source que atua como </a:t>
            </a:r>
            <a:r>
              <a:rPr lang="en-US" b="true" sz="2799">
                <a:solidFill>
                  <a:srgbClr val="F265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message broker</a:t>
            </a:r>
            <a:r>
              <a:rPr lang="en-US" sz="2799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 entre aplicações.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63040" y="6309360"/>
            <a:ext cx="2377440" cy="585216"/>
            <a:chOff x="0" y="0"/>
            <a:chExt cx="316992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Protocolo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749040" y="6309360"/>
            <a:ext cx="5029200" cy="585216"/>
            <a:chOff x="0" y="0"/>
            <a:chExt cx="670560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70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AMQP 0-9-1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3040" y="7077456"/>
            <a:ext cx="2377440" cy="585216"/>
            <a:chOff x="0" y="0"/>
            <a:chExt cx="3169920" cy="780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749040" y="7077456"/>
            <a:ext cx="5029200" cy="585216"/>
            <a:chOff x="0" y="0"/>
            <a:chExt cx="6705600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70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Exchanges, filas e consumidores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63040" y="7845552"/>
            <a:ext cx="2377440" cy="585216"/>
            <a:chOff x="0" y="0"/>
            <a:chExt cx="316992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69920" cy="780288"/>
            </a:xfrm>
            <a:custGeom>
              <a:avLst/>
              <a:gdLst/>
              <a:ahLst/>
              <a:cxnLst/>
              <a:rect r="r" b="b" t="t" l="l"/>
              <a:pathLst>
                <a:path h="78028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1699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Aplicações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749040" y="7845552"/>
            <a:ext cx="5029200" cy="585216"/>
            <a:chOff x="0" y="0"/>
            <a:chExt cx="6705600" cy="780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705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Microsserviços e processamento assíncrono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75520" y="3474720"/>
            <a:ext cx="7498080" cy="548640"/>
            <a:chOff x="0" y="0"/>
            <a:chExt cx="999744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997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b="true" sz="19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FLUXO BÁSICO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951082" y="4281802"/>
            <a:ext cx="7346947" cy="1220467"/>
            <a:chOff x="0" y="0"/>
            <a:chExt cx="9795929" cy="16272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21209" y="21209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96018" cy="1627378"/>
            </a:xfrm>
            <a:custGeom>
              <a:avLst/>
              <a:gdLst/>
              <a:ahLst/>
              <a:cxnLst/>
              <a:rect r="r" b="b" t="t" l="l"/>
              <a:pathLst>
                <a:path h="1627378" w="9796018">
                  <a:moveTo>
                    <a:pt x="21209" y="0"/>
                  </a:moveTo>
                  <a:lnTo>
                    <a:pt x="9774809" y="0"/>
                  </a:lnTo>
                  <a:cubicBezTo>
                    <a:pt x="9786493" y="0"/>
                    <a:pt x="9796018" y="9525"/>
                    <a:pt x="9796018" y="21209"/>
                  </a:cubicBezTo>
                  <a:lnTo>
                    <a:pt x="9796018" y="1606169"/>
                  </a:lnTo>
                  <a:cubicBezTo>
                    <a:pt x="9796018" y="1617853"/>
                    <a:pt x="9786493" y="1627378"/>
                    <a:pt x="9774809" y="1627378"/>
                  </a:cubicBezTo>
                  <a:lnTo>
                    <a:pt x="21209" y="1627378"/>
                  </a:lnTo>
                  <a:cubicBezTo>
                    <a:pt x="9525" y="1627378"/>
                    <a:pt x="0" y="1617853"/>
                    <a:pt x="0" y="160616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606169"/>
                  </a:lnTo>
                  <a:lnTo>
                    <a:pt x="21209" y="1606169"/>
                  </a:lnTo>
                  <a:lnTo>
                    <a:pt x="21209" y="1584960"/>
                  </a:lnTo>
                  <a:lnTo>
                    <a:pt x="9774809" y="1584960"/>
                  </a:lnTo>
                  <a:lnTo>
                    <a:pt x="9774809" y="1606169"/>
                  </a:lnTo>
                  <a:lnTo>
                    <a:pt x="9753600" y="1606169"/>
                  </a:lnTo>
                  <a:lnTo>
                    <a:pt x="9753600" y="21209"/>
                  </a:lnTo>
                  <a:lnTo>
                    <a:pt x="9774809" y="21209"/>
                  </a:lnTo>
                  <a:lnTo>
                    <a:pt x="97748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954263" y="4284983"/>
            <a:ext cx="7340603" cy="171707"/>
            <a:chOff x="0" y="0"/>
            <a:chExt cx="9787471" cy="22894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9753600" cy="195072"/>
            </a:xfrm>
            <a:custGeom>
              <a:avLst/>
              <a:gdLst/>
              <a:ahLst/>
              <a:cxnLst/>
              <a:rect r="r" b="b" t="t" l="l"/>
              <a:pathLst>
                <a:path h="19507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87382" cy="228856"/>
            </a:xfrm>
            <a:custGeom>
              <a:avLst/>
              <a:gdLst/>
              <a:ahLst/>
              <a:cxnLst/>
              <a:rect r="r" b="b" t="t" l="l"/>
              <a:pathLst>
                <a:path h="228856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211963"/>
                  </a:lnTo>
                  <a:cubicBezTo>
                    <a:pt x="9787382" y="221361"/>
                    <a:pt x="9779762" y="228854"/>
                    <a:pt x="97704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9770491" y="195072"/>
                  </a:lnTo>
                  <a:lnTo>
                    <a:pt x="9770491" y="211963"/>
                  </a:lnTo>
                  <a:lnTo>
                    <a:pt x="9753600" y="211963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149840" y="4626864"/>
            <a:ext cx="6949440" cy="731520"/>
            <a:chOff x="0" y="0"/>
            <a:chExt cx="9265920" cy="9753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92659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Producer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rot="5044680">
            <a:off x="13378386" y="5751195"/>
            <a:ext cx="492338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9954263" y="6022343"/>
            <a:ext cx="7340603" cy="1579883"/>
            <a:chOff x="0" y="0"/>
            <a:chExt cx="9787471" cy="21065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9753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873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2089531"/>
                  </a:lnTo>
                  <a:cubicBezTo>
                    <a:pt x="9787382" y="2098929"/>
                    <a:pt x="9779762" y="2106422"/>
                    <a:pt x="97704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9770491" y="2072640"/>
                  </a:lnTo>
                  <a:lnTo>
                    <a:pt x="9770491" y="2089531"/>
                  </a:lnTo>
                  <a:lnTo>
                    <a:pt x="9753600" y="2089531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966960" y="6126480"/>
            <a:ext cx="7315200" cy="731520"/>
            <a:chOff x="0" y="0"/>
            <a:chExt cx="975360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97536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RabbitMQ Broker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66960" y="6821424"/>
            <a:ext cx="7315200" cy="548640"/>
            <a:chOff x="0" y="0"/>
            <a:chExt cx="97536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FDE5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exchange · queue · binding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5031000">
            <a:off x="13387483" y="7826883"/>
            <a:ext cx="474154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0" id="60"/>
          <p:cNvGrpSpPr/>
          <p:nvPr/>
        </p:nvGrpSpPr>
        <p:grpSpPr>
          <a:xfrm rot="0">
            <a:off x="9951082" y="8122282"/>
            <a:ext cx="7346947" cy="1220467"/>
            <a:chOff x="0" y="0"/>
            <a:chExt cx="9795929" cy="162728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21209" y="21209"/>
              <a:ext cx="9753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96018" cy="1627378"/>
            </a:xfrm>
            <a:custGeom>
              <a:avLst/>
              <a:gdLst/>
              <a:ahLst/>
              <a:cxnLst/>
              <a:rect r="r" b="b" t="t" l="l"/>
              <a:pathLst>
                <a:path h="1627378" w="9796018">
                  <a:moveTo>
                    <a:pt x="21209" y="0"/>
                  </a:moveTo>
                  <a:lnTo>
                    <a:pt x="9774809" y="0"/>
                  </a:lnTo>
                  <a:cubicBezTo>
                    <a:pt x="9786493" y="0"/>
                    <a:pt x="9796018" y="9525"/>
                    <a:pt x="9796018" y="21209"/>
                  </a:cubicBezTo>
                  <a:lnTo>
                    <a:pt x="9796018" y="1606169"/>
                  </a:lnTo>
                  <a:cubicBezTo>
                    <a:pt x="9796018" y="1617853"/>
                    <a:pt x="9786493" y="1627378"/>
                    <a:pt x="9774809" y="1627378"/>
                  </a:cubicBezTo>
                  <a:lnTo>
                    <a:pt x="21209" y="1627378"/>
                  </a:lnTo>
                  <a:cubicBezTo>
                    <a:pt x="9525" y="1627378"/>
                    <a:pt x="0" y="1617853"/>
                    <a:pt x="0" y="160616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606169"/>
                  </a:lnTo>
                  <a:lnTo>
                    <a:pt x="21209" y="1606169"/>
                  </a:lnTo>
                  <a:lnTo>
                    <a:pt x="21209" y="1584960"/>
                  </a:lnTo>
                  <a:lnTo>
                    <a:pt x="9774809" y="1584960"/>
                  </a:lnTo>
                  <a:lnTo>
                    <a:pt x="9774809" y="1606169"/>
                  </a:lnTo>
                  <a:lnTo>
                    <a:pt x="9753600" y="1606169"/>
                  </a:lnTo>
                  <a:lnTo>
                    <a:pt x="9753600" y="21209"/>
                  </a:lnTo>
                  <a:lnTo>
                    <a:pt x="9774809" y="21209"/>
                  </a:lnTo>
                  <a:lnTo>
                    <a:pt x="97748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54263" y="8125463"/>
            <a:ext cx="7340603" cy="171707"/>
            <a:chOff x="0" y="0"/>
            <a:chExt cx="9787471" cy="22894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9753600" cy="195072"/>
            </a:xfrm>
            <a:custGeom>
              <a:avLst/>
              <a:gdLst/>
              <a:ahLst/>
              <a:cxnLst/>
              <a:rect r="r" b="b" t="t" l="l"/>
              <a:pathLst>
                <a:path h="19507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87382" cy="228856"/>
            </a:xfrm>
            <a:custGeom>
              <a:avLst/>
              <a:gdLst/>
              <a:ahLst/>
              <a:cxnLst/>
              <a:rect r="r" b="b" t="t" l="l"/>
              <a:pathLst>
                <a:path h="228856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211963"/>
                  </a:lnTo>
                  <a:cubicBezTo>
                    <a:pt x="9787382" y="221361"/>
                    <a:pt x="9779762" y="228854"/>
                    <a:pt x="97704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9770491" y="195072"/>
                  </a:lnTo>
                  <a:lnTo>
                    <a:pt x="9770491" y="211963"/>
                  </a:lnTo>
                  <a:lnTo>
                    <a:pt x="9753600" y="211963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149840" y="8467344"/>
            <a:ext cx="6949440" cy="731520"/>
            <a:chOff x="0" y="0"/>
            <a:chExt cx="926592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926592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Consumer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Desacoplamento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8522" y="3367402"/>
            <a:ext cx="8261347" cy="4694949"/>
            <a:chOff x="0" y="0"/>
            <a:chExt cx="11015129" cy="62599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209" y="21209"/>
              <a:ext cx="10972800" cy="6217539"/>
            </a:xfrm>
            <a:custGeom>
              <a:avLst/>
              <a:gdLst/>
              <a:ahLst/>
              <a:cxnLst/>
              <a:rect r="r" b="b" t="t" l="l"/>
              <a:pathLst>
                <a:path h="621753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17539"/>
                  </a:lnTo>
                  <a:lnTo>
                    <a:pt x="0" y="62175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15218" cy="6259957"/>
            </a:xfrm>
            <a:custGeom>
              <a:avLst/>
              <a:gdLst/>
              <a:ahLst/>
              <a:cxnLst/>
              <a:rect r="r" b="b" t="t" l="l"/>
              <a:pathLst>
                <a:path h="6259957" w="11015218">
                  <a:moveTo>
                    <a:pt x="21209" y="0"/>
                  </a:moveTo>
                  <a:lnTo>
                    <a:pt x="10994009" y="0"/>
                  </a:lnTo>
                  <a:cubicBezTo>
                    <a:pt x="11005693" y="0"/>
                    <a:pt x="11015218" y="9525"/>
                    <a:pt x="11015218" y="21209"/>
                  </a:cubicBezTo>
                  <a:lnTo>
                    <a:pt x="11015218" y="6238748"/>
                  </a:lnTo>
                  <a:cubicBezTo>
                    <a:pt x="11015218" y="6250432"/>
                    <a:pt x="11005693" y="6259957"/>
                    <a:pt x="10994009" y="6259957"/>
                  </a:cubicBezTo>
                  <a:lnTo>
                    <a:pt x="21209" y="6259957"/>
                  </a:lnTo>
                  <a:cubicBezTo>
                    <a:pt x="9525" y="6259957"/>
                    <a:pt x="0" y="6250432"/>
                    <a:pt x="0" y="6238748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6238748"/>
                  </a:lnTo>
                  <a:lnTo>
                    <a:pt x="21209" y="6238748"/>
                  </a:lnTo>
                  <a:lnTo>
                    <a:pt x="21209" y="6217539"/>
                  </a:lnTo>
                  <a:lnTo>
                    <a:pt x="10994009" y="6217539"/>
                  </a:lnTo>
                  <a:lnTo>
                    <a:pt x="10994009" y="6238748"/>
                  </a:lnTo>
                  <a:lnTo>
                    <a:pt x="10972800" y="6238748"/>
                  </a:lnTo>
                  <a:lnTo>
                    <a:pt x="10972800" y="21209"/>
                  </a:lnTo>
                  <a:lnTo>
                    <a:pt x="10994009" y="21209"/>
                  </a:lnTo>
                  <a:lnTo>
                    <a:pt x="109940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3370583"/>
            <a:ext cx="8255003" cy="171802"/>
            <a:chOff x="0" y="0"/>
            <a:chExt cx="11006671" cy="229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0972800" cy="195199"/>
            </a:xfrm>
            <a:custGeom>
              <a:avLst/>
              <a:gdLst/>
              <a:ahLst/>
              <a:cxnLst/>
              <a:rect r="r" b="b" t="t" l="l"/>
              <a:pathLst>
                <a:path h="1951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6582" cy="228983"/>
            </a:xfrm>
            <a:custGeom>
              <a:avLst/>
              <a:gdLst/>
              <a:ahLst/>
              <a:cxnLst/>
              <a:rect r="r" b="b" t="t" l="l"/>
              <a:pathLst>
                <a:path h="228983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2090"/>
                  </a:lnTo>
                  <a:cubicBezTo>
                    <a:pt x="11006582" y="221488"/>
                    <a:pt x="10998962" y="228981"/>
                    <a:pt x="10989691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10989691" y="195199"/>
                  </a:lnTo>
                  <a:lnTo>
                    <a:pt x="10989691" y="212090"/>
                  </a:lnTo>
                  <a:lnTo>
                    <a:pt x="10972800" y="212090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88720" y="3712464"/>
            <a:ext cx="7681198" cy="548402"/>
            <a:chOff x="0" y="0"/>
            <a:chExt cx="10241598" cy="7312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600" cy="731200"/>
            </a:xfrm>
            <a:custGeom>
              <a:avLst/>
              <a:gdLst/>
              <a:ahLst/>
              <a:cxnLst/>
              <a:rect r="r" b="b" t="t" l="l"/>
              <a:pathLst>
                <a:path h="731200" w="10241600">
                  <a:moveTo>
                    <a:pt x="0" y="0"/>
                  </a:moveTo>
                  <a:lnTo>
                    <a:pt x="10241600" y="0"/>
                  </a:lnTo>
                  <a:lnTo>
                    <a:pt x="102416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918" r="0" b="-2229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241598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 RABBITMQ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" y="4206240"/>
            <a:ext cx="7681198" cy="731396"/>
            <a:chOff x="0" y="0"/>
            <a:chExt cx="10241598" cy="9751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600" cy="975200"/>
            </a:xfrm>
            <a:custGeom>
              <a:avLst/>
              <a:gdLst/>
              <a:ahLst/>
              <a:cxnLst/>
              <a:rect r="r" b="b" t="t" l="l"/>
              <a:pathLst>
                <a:path h="975200" w="10241600">
                  <a:moveTo>
                    <a:pt x="0" y="0"/>
                  </a:moveTo>
                  <a:lnTo>
                    <a:pt x="10241600" y="0"/>
                  </a:lnTo>
                  <a:lnTo>
                    <a:pt x="102416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633" r="0" b="-15463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0241598" cy="984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Comunicação direta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55722" y="5287642"/>
            <a:ext cx="3140954" cy="1312154"/>
            <a:chOff x="0" y="0"/>
            <a:chExt cx="4187939" cy="17495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1209" y="21209"/>
              <a:ext cx="4145534" cy="1707134"/>
            </a:xfrm>
            <a:custGeom>
              <a:avLst/>
              <a:gdLst/>
              <a:ahLst/>
              <a:cxnLst/>
              <a:rect r="r" b="b" t="t" l="l"/>
              <a:pathLst>
                <a:path h="1707134" w="4145534">
                  <a:moveTo>
                    <a:pt x="0" y="0"/>
                  </a:moveTo>
                  <a:lnTo>
                    <a:pt x="4145534" y="0"/>
                  </a:lnTo>
                  <a:lnTo>
                    <a:pt x="4145534" y="1707134"/>
                  </a:lnTo>
                  <a:lnTo>
                    <a:pt x="0" y="170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87952" cy="1749552"/>
            </a:xfrm>
            <a:custGeom>
              <a:avLst/>
              <a:gdLst/>
              <a:ahLst/>
              <a:cxnLst/>
              <a:rect r="r" b="b" t="t" l="l"/>
              <a:pathLst>
                <a:path h="1749552" w="4187952">
                  <a:moveTo>
                    <a:pt x="21209" y="0"/>
                  </a:moveTo>
                  <a:lnTo>
                    <a:pt x="4166743" y="0"/>
                  </a:lnTo>
                  <a:cubicBezTo>
                    <a:pt x="4178427" y="0"/>
                    <a:pt x="4187952" y="9525"/>
                    <a:pt x="4187952" y="21209"/>
                  </a:cubicBezTo>
                  <a:lnTo>
                    <a:pt x="4187952" y="1728343"/>
                  </a:lnTo>
                  <a:cubicBezTo>
                    <a:pt x="4187952" y="1740027"/>
                    <a:pt x="4178427" y="1749552"/>
                    <a:pt x="4166743" y="1749552"/>
                  </a:cubicBezTo>
                  <a:lnTo>
                    <a:pt x="21209" y="1749552"/>
                  </a:lnTo>
                  <a:cubicBezTo>
                    <a:pt x="9525" y="1749552"/>
                    <a:pt x="0" y="1740027"/>
                    <a:pt x="0" y="1728343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728343"/>
                  </a:lnTo>
                  <a:lnTo>
                    <a:pt x="21209" y="1728343"/>
                  </a:lnTo>
                  <a:lnTo>
                    <a:pt x="21209" y="1707134"/>
                  </a:lnTo>
                  <a:lnTo>
                    <a:pt x="4166743" y="1707134"/>
                  </a:lnTo>
                  <a:lnTo>
                    <a:pt x="4166743" y="1728343"/>
                  </a:lnTo>
                  <a:lnTo>
                    <a:pt x="4145534" y="1728343"/>
                  </a:lnTo>
                  <a:lnTo>
                    <a:pt x="4145534" y="21209"/>
                  </a:lnTo>
                  <a:lnTo>
                    <a:pt x="4166743" y="21209"/>
                  </a:lnTo>
                  <a:lnTo>
                    <a:pt x="4166743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58903" y="5290823"/>
            <a:ext cx="3134601" cy="171802"/>
            <a:chOff x="0" y="0"/>
            <a:chExt cx="4179468" cy="2290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4145661" cy="195199"/>
            </a:xfrm>
            <a:custGeom>
              <a:avLst/>
              <a:gdLst/>
              <a:ahLst/>
              <a:cxnLst/>
              <a:rect r="r" b="b" t="t" l="l"/>
              <a:pathLst>
                <a:path h="195199" w="4145661">
                  <a:moveTo>
                    <a:pt x="0" y="0"/>
                  </a:moveTo>
                  <a:lnTo>
                    <a:pt x="4145661" y="0"/>
                  </a:lnTo>
                  <a:lnTo>
                    <a:pt x="4145661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79443" cy="228983"/>
            </a:xfrm>
            <a:custGeom>
              <a:avLst/>
              <a:gdLst/>
              <a:ahLst/>
              <a:cxnLst/>
              <a:rect r="r" b="b" t="t" l="l"/>
              <a:pathLst>
                <a:path h="228983" w="4179443">
                  <a:moveTo>
                    <a:pt x="16891" y="0"/>
                  </a:moveTo>
                  <a:lnTo>
                    <a:pt x="4162552" y="0"/>
                  </a:lnTo>
                  <a:cubicBezTo>
                    <a:pt x="4171950" y="0"/>
                    <a:pt x="4179443" y="7620"/>
                    <a:pt x="4179443" y="16891"/>
                  </a:cubicBezTo>
                  <a:lnTo>
                    <a:pt x="4179443" y="212090"/>
                  </a:lnTo>
                  <a:cubicBezTo>
                    <a:pt x="4179443" y="221488"/>
                    <a:pt x="4171823" y="228981"/>
                    <a:pt x="4162552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4162552" y="195199"/>
                  </a:lnTo>
                  <a:lnTo>
                    <a:pt x="4162552" y="212090"/>
                  </a:lnTo>
                  <a:lnTo>
                    <a:pt x="4145661" y="212090"/>
                  </a:lnTo>
                  <a:lnTo>
                    <a:pt x="4145661" y="16891"/>
                  </a:lnTo>
                  <a:lnTo>
                    <a:pt x="4162552" y="16891"/>
                  </a:lnTo>
                  <a:lnTo>
                    <a:pt x="416255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54480" y="5632704"/>
            <a:ext cx="2743200" cy="731396"/>
            <a:chOff x="0" y="0"/>
            <a:chExt cx="3657600" cy="9751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975200"/>
            </a:xfrm>
            <a:custGeom>
              <a:avLst/>
              <a:gdLst/>
              <a:ahLst/>
              <a:cxnLst/>
              <a:rect r="r" b="b" t="t" l="l"/>
              <a:pathLst>
                <a:path h="975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81" r="0" b="-230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657600" cy="984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561962" y="5287642"/>
            <a:ext cx="3140954" cy="1312154"/>
            <a:chOff x="0" y="0"/>
            <a:chExt cx="4187939" cy="174953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1209" y="21209"/>
              <a:ext cx="4145534" cy="1707134"/>
            </a:xfrm>
            <a:custGeom>
              <a:avLst/>
              <a:gdLst/>
              <a:ahLst/>
              <a:cxnLst/>
              <a:rect r="r" b="b" t="t" l="l"/>
              <a:pathLst>
                <a:path h="1707134" w="4145534">
                  <a:moveTo>
                    <a:pt x="0" y="0"/>
                  </a:moveTo>
                  <a:lnTo>
                    <a:pt x="4145534" y="0"/>
                  </a:lnTo>
                  <a:lnTo>
                    <a:pt x="4145534" y="1707134"/>
                  </a:lnTo>
                  <a:lnTo>
                    <a:pt x="0" y="170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87952" cy="1749552"/>
            </a:xfrm>
            <a:custGeom>
              <a:avLst/>
              <a:gdLst/>
              <a:ahLst/>
              <a:cxnLst/>
              <a:rect r="r" b="b" t="t" l="l"/>
              <a:pathLst>
                <a:path h="1749552" w="4187952">
                  <a:moveTo>
                    <a:pt x="21209" y="0"/>
                  </a:moveTo>
                  <a:lnTo>
                    <a:pt x="4166743" y="0"/>
                  </a:lnTo>
                  <a:cubicBezTo>
                    <a:pt x="4178427" y="0"/>
                    <a:pt x="4187952" y="9525"/>
                    <a:pt x="4187952" y="21209"/>
                  </a:cubicBezTo>
                  <a:lnTo>
                    <a:pt x="4187952" y="1728343"/>
                  </a:lnTo>
                  <a:cubicBezTo>
                    <a:pt x="4187952" y="1740027"/>
                    <a:pt x="4178427" y="1749552"/>
                    <a:pt x="4166743" y="1749552"/>
                  </a:cubicBezTo>
                  <a:lnTo>
                    <a:pt x="21209" y="1749552"/>
                  </a:lnTo>
                  <a:cubicBezTo>
                    <a:pt x="9525" y="1749552"/>
                    <a:pt x="0" y="1740027"/>
                    <a:pt x="0" y="1728343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728343"/>
                  </a:lnTo>
                  <a:lnTo>
                    <a:pt x="21209" y="1728343"/>
                  </a:lnTo>
                  <a:lnTo>
                    <a:pt x="21209" y="1707134"/>
                  </a:lnTo>
                  <a:lnTo>
                    <a:pt x="4166743" y="1707134"/>
                  </a:lnTo>
                  <a:lnTo>
                    <a:pt x="4166743" y="1728343"/>
                  </a:lnTo>
                  <a:lnTo>
                    <a:pt x="4145534" y="1728343"/>
                  </a:lnTo>
                  <a:lnTo>
                    <a:pt x="4145534" y="21209"/>
                  </a:lnTo>
                  <a:lnTo>
                    <a:pt x="4166743" y="21209"/>
                  </a:lnTo>
                  <a:lnTo>
                    <a:pt x="4166743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565143" y="5290823"/>
            <a:ext cx="3134601" cy="171802"/>
            <a:chOff x="0" y="0"/>
            <a:chExt cx="4179468" cy="229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4145661" cy="195199"/>
            </a:xfrm>
            <a:custGeom>
              <a:avLst/>
              <a:gdLst/>
              <a:ahLst/>
              <a:cxnLst/>
              <a:rect r="r" b="b" t="t" l="l"/>
              <a:pathLst>
                <a:path h="195199" w="4145661">
                  <a:moveTo>
                    <a:pt x="0" y="0"/>
                  </a:moveTo>
                  <a:lnTo>
                    <a:pt x="4145661" y="0"/>
                  </a:lnTo>
                  <a:lnTo>
                    <a:pt x="4145661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79443" cy="228983"/>
            </a:xfrm>
            <a:custGeom>
              <a:avLst/>
              <a:gdLst/>
              <a:ahLst/>
              <a:cxnLst/>
              <a:rect r="r" b="b" t="t" l="l"/>
              <a:pathLst>
                <a:path h="228983" w="4179443">
                  <a:moveTo>
                    <a:pt x="16891" y="0"/>
                  </a:moveTo>
                  <a:lnTo>
                    <a:pt x="4162552" y="0"/>
                  </a:lnTo>
                  <a:cubicBezTo>
                    <a:pt x="4171950" y="0"/>
                    <a:pt x="4179443" y="7620"/>
                    <a:pt x="4179443" y="16891"/>
                  </a:cubicBezTo>
                  <a:lnTo>
                    <a:pt x="4179443" y="212090"/>
                  </a:lnTo>
                  <a:cubicBezTo>
                    <a:pt x="4179443" y="221488"/>
                    <a:pt x="4171823" y="228981"/>
                    <a:pt x="4162552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4162552" y="195199"/>
                  </a:lnTo>
                  <a:lnTo>
                    <a:pt x="4162552" y="212090"/>
                  </a:lnTo>
                  <a:lnTo>
                    <a:pt x="4145661" y="212090"/>
                  </a:lnTo>
                  <a:lnTo>
                    <a:pt x="4145661" y="16891"/>
                  </a:lnTo>
                  <a:lnTo>
                    <a:pt x="4162552" y="16891"/>
                  </a:lnTo>
                  <a:lnTo>
                    <a:pt x="416255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760720" y="5632704"/>
            <a:ext cx="2743200" cy="731396"/>
            <a:chOff x="0" y="0"/>
            <a:chExt cx="3657600" cy="9751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975200"/>
            </a:xfrm>
            <a:custGeom>
              <a:avLst/>
              <a:gdLst/>
              <a:ahLst/>
              <a:cxnLst/>
              <a:rect r="r" b="b" t="t" l="l"/>
              <a:pathLst>
                <a:path h="975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81" r="0" b="-230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657600" cy="984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Servidor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162360">
            <a:off x="4491133" y="5934075"/>
            <a:ext cx="1076201" cy="0"/>
          </a:xfrm>
          <a:prstGeom prst="line">
            <a:avLst/>
          </a:prstGeom>
          <a:ln cap="rnd" w="19050">
            <a:solidFill>
              <a:srgbClr val="DC262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1188720" y="6949440"/>
            <a:ext cx="7681198" cy="1005602"/>
            <a:chOff x="0" y="0"/>
            <a:chExt cx="10241598" cy="134080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600" cy="1340800"/>
            </a:xfrm>
            <a:custGeom>
              <a:avLst/>
              <a:gdLst/>
              <a:ahLst/>
              <a:cxnLst/>
              <a:rect r="r" b="b" t="t" l="l"/>
              <a:pathLst>
                <a:path h="1340800" w="10241600">
                  <a:moveTo>
                    <a:pt x="0" y="0"/>
                  </a:moveTo>
                  <a:lnTo>
                    <a:pt x="10241600" y="0"/>
                  </a:lnTo>
                  <a:lnTo>
                    <a:pt x="10241600" y="1340800"/>
                  </a:lnTo>
                  <a:lnTo>
                    <a:pt x="0" y="134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34" r="0" b="-9883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241598" cy="1388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Cliente e servidor precisam estar disponíveis ao mesmo tempo.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28122" y="3367402"/>
            <a:ext cx="8261347" cy="4694949"/>
            <a:chOff x="0" y="0"/>
            <a:chExt cx="11015129" cy="625993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1209" y="21209"/>
              <a:ext cx="10972800" cy="6217539"/>
            </a:xfrm>
            <a:custGeom>
              <a:avLst/>
              <a:gdLst/>
              <a:ahLst/>
              <a:cxnLst/>
              <a:rect r="r" b="b" t="t" l="l"/>
              <a:pathLst>
                <a:path h="621753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17539"/>
                  </a:lnTo>
                  <a:lnTo>
                    <a:pt x="0" y="62175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015218" cy="6259957"/>
            </a:xfrm>
            <a:custGeom>
              <a:avLst/>
              <a:gdLst/>
              <a:ahLst/>
              <a:cxnLst/>
              <a:rect r="r" b="b" t="t" l="l"/>
              <a:pathLst>
                <a:path h="6259957" w="11015218">
                  <a:moveTo>
                    <a:pt x="21209" y="0"/>
                  </a:moveTo>
                  <a:lnTo>
                    <a:pt x="10994009" y="0"/>
                  </a:lnTo>
                  <a:cubicBezTo>
                    <a:pt x="11005693" y="0"/>
                    <a:pt x="11015218" y="9525"/>
                    <a:pt x="11015218" y="21209"/>
                  </a:cubicBezTo>
                  <a:lnTo>
                    <a:pt x="11015218" y="6238748"/>
                  </a:lnTo>
                  <a:cubicBezTo>
                    <a:pt x="11015218" y="6250432"/>
                    <a:pt x="11005693" y="6259957"/>
                    <a:pt x="10994009" y="6259957"/>
                  </a:cubicBezTo>
                  <a:lnTo>
                    <a:pt x="21209" y="6259957"/>
                  </a:lnTo>
                  <a:cubicBezTo>
                    <a:pt x="9525" y="6259957"/>
                    <a:pt x="0" y="6250432"/>
                    <a:pt x="0" y="6238748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6238748"/>
                  </a:lnTo>
                  <a:lnTo>
                    <a:pt x="21209" y="6238748"/>
                  </a:lnTo>
                  <a:lnTo>
                    <a:pt x="21209" y="6217539"/>
                  </a:lnTo>
                  <a:lnTo>
                    <a:pt x="10994009" y="6217539"/>
                  </a:lnTo>
                  <a:lnTo>
                    <a:pt x="10994009" y="6238748"/>
                  </a:lnTo>
                  <a:lnTo>
                    <a:pt x="10972800" y="6238748"/>
                  </a:lnTo>
                  <a:lnTo>
                    <a:pt x="10972800" y="21209"/>
                  </a:lnTo>
                  <a:lnTo>
                    <a:pt x="10994009" y="21209"/>
                  </a:lnTo>
                  <a:lnTo>
                    <a:pt x="109940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31303" y="3370583"/>
            <a:ext cx="8255003" cy="171802"/>
            <a:chOff x="0" y="0"/>
            <a:chExt cx="11006671" cy="2290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0972800" cy="195199"/>
            </a:xfrm>
            <a:custGeom>
              <a:avLst/>
              <a:gdLst/>
              <a:ahLst/>
              <a:cxnLst/>
              <a:rect r="r" b="b" t="t" l="l"/>
              <a:pathLst>
                <a:path h="19519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06582" cy="228983"/>
            </a:xfrm>
            <a:custGeom>
              <a:avLst/>
              <a:gdLst/>
              <a:ahLst/>
              <a:cxnLst/>
              <a:rect r="r" b="b" t="t" l="l"/>
              <a:pathLst>
                <a:path h="228983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12090"/>
                  </a:lnTo>
                  <a:cubicBezTo>
                    <a:pt x="11006582" y="221488"/>
                    <a:pt x="10998962" y="228981"/>
                    <a:pt x="10989691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10989691" y="195199"/>
                  </a:lnTo>
                  <a:lnTo>
                    <a:pt x="10989691" y="212090"/>
                  </a:lnTo>
                  <a:lnTo>
                    <a:pt x="10972800" y="212090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418320" y="3712464"/>
            <a:ext cx="7681198" cy="548402"/>
            <a:chOff x="0" y="0"/>
            <a:chExt cx="10241598" cy="7312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600" cy="731200"/>
            </a:xfrm>
            <a:custGeom>
              <a:avLst/>
              <a:gdLst/>
              <a:ahLst/>
              <a:cxnLst/>
              <a:rect r="r" b="b" t="t" l="l"/>
              <a:pathLst>
                <a:path h="731200" w="10241600">
                  <a:moveTo>
                    <a:pt x="0" y="0"/>
                  </a:moveTo>
                  <a:lnTo>
                    <a:pt x="10241600" y="0"/>
                  </a:lnTo>
                  <a:lnTo>
                    <a:pt x="102416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918" r="0" b="-22291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241598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 RABBITMQ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18320" y="4206240"/>
            <a:ext cx="7681198" cy="731396"/>
            <a:chOff x="0" y="0"/>
            <a:chExt cx="10241598" cy="97519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600" cy="975200"/>
            </a:xfrm>
            <a:custGeom>
              <a:avLst/>
              <a:gdLst/>
              <a:ahLst/>
              <a:cxnLst/>
              <a:rect r="r" b="b" t="t" l="l"/>
              <a:pathLst>
                <a:path h="975200" w="10241600">
                  <a:moveTo>
                    <a:pt x="0" y="0"/>
                  </a:moveTo>
                  <a:lnTo>
                    <a:pt x="10241600" y="0"/>
                  </a:lnTo>
                  <a:lnTo>
                    <a:pt x="102416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633" r="0" b="-15463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0241598" cy="984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Comunicação por broker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02442" y="5287642"/>
            <a:ext cx="2317747" cy="1312154"/>
            <a:chOff x="0" y="0"/>
            <a:chExt cx="3090329" cy="174953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21209" y="21209"/>
              <a:ext cx="3048000" cy="1707134"/>
            </a:xfrm>
            <a:custGeom>
              <a:avLst/>
              <a:gdLst/>
              <a:ahLst/>
              <a:cxnLst/>
              <a:rect r="r" b="b" t="t" l="l"/>
              <a:pathLst>
                <a:path h="170713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707134"/>
                  </a:lnTo>
                  <a:lnTo>
                    <a:pt x="0" y="170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90418" cy="1749552"/>
            </a:xfrm>
            <a:custGeom>
              <a:avLst/>
              <a:gdLst/>
              <a:ahLst/>
              <a:cxnLst/>
              <a:rect r="r" b="b" t="t" l="l"/>
              <a:pathLst>
                <a:path h="1749552" w="3090418">
                  <a:moveTo>
                    <a:pt x="21209" y="0"/>
                  </a:moveTo>
                  <a:lnTo>
                    <a:pt x="3069209" y="0"/>
                  </a:lnTo>
                  <a:cubicBezTo>
                    <a:pt x="3080893" y="0"/>
                    <a:pt x="3090418" y="9525"/>
                    <a:pt x="3090418" y="21209"/>
                  </a:cubicBezTo>
                  <a:lnTo>
                    <a:pt x="3090418" y="1728343"/>
                  </a:lnTo>
                  <a:cubicBezTo>
                    <a:pt x="3090418" y="1740027"/>
                    <a:pt x="3080893" y="1749552"/>
                    <a:pt x="3069209" y="1749552"/>
                  </a:cubicBezTo>
                  <a:lnTo>
                    <a:pt x="21209" y="1749552"/>
                  </a:lnTo>
                  <a:cubicBezTo>
                    <a:pt x="9525" y="1749552"/>
                    <a:pt x="0" y="1740027"/>
                    <a:pt x="0" y="1728343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728343"/>
                  </a:lnTo>
                  <a:lnTo>
                    <a:pt x="21209" y="1728343"/>
                  </a:lnTo>
                  <a:lnTo>
                    <a:pt x="21209" y="1707134"/>
                  </a:lnTo>
                  <a:lnTo>
                    <a:pt x="3069209" y="1707134"/>
                  </a:lnTo>
                  <a:lnTo>
                    <a:pt x="3069209" y="1728343"/>
                  </a:lnTo>
                  <a:lnTo>
                    <a:pt x="3048000" y="1728343"/>
                  </a:lnTo>
                  <a:lnTo>
                    <a:pt x="3048000" y="21209"/>
                  </a:lnTo>
                  <a:lnTo>
                    <a:pt x="3069209" y="21209"/>
                  </a:lnTo>
                  <a:lnTo>
                    <a:pt x="30692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405623" y="5290823"/>
            <a:ext cx="2311403" cy="171802"/>
            <a:chOff x="0" y="0"/>
            <a:chExt cx="3081871" cy="22907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3048000" cy="195199"/>
            </a:xfrm>
            <a:custGeom>
              <a:avLst/>
              <a:gdLst/>
              <a:ahLst/>
              <a:cxnLst/>
              <a:rect r="r" b="b" t="t" l="l"/>
              <a:pathLst>
                <a:path h="19519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81782" cy="228983"/>
            </a:xfrm>
            <a:custGeom>
              <a:avLst/>
              <a:gdLst/>
              <a:ahLst/>
              <a:cxnLst/>
              <a:rect r="r" b="b" t="t" l="l"/>
              <a:pathLst>
                <a:path h="228983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212090"/>
                  </a:lnTo>
                  <a:cubicBezTo>
                    <a:pt x="3081782" y="221488"/>
                    <a:pt x="3074162" y="228981"/>
                    <a:pt x="3064891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3064891" y="195199"/>
                  </a:lnTo>
                  <a:lnTo>
                    <a:pt x="3064891" y="212090"/>
                  </a:lnTo>
                  <a:lnTo>
                    <a:pt x="3048000" y="212090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01200" y="5632704"/>
            <a:ext cx="1920002" cy="731396"/>
            <a:chOff x="0" y="0"/>
            <a:chExt cx="2560002" cy="97519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000" cy="975200"/>
            </a:xfrm>
            <a:custGeom>
              <a:avLst/>
              <a:gdLst/>
              <a:ahLst/>
              <a:cxnLst/>
              <a:rect r="r" b="b" t="t" l="l"/>
              <a:pathLst>
                <a:path h="975200" w="2560000">
                  <a:moveTo>
                    <a:pt x="0" y="0"/>
                  </a:moveTo>
                  <a:lnTo>
                    <a:pt x="2560000" y="0"/>
                  </a:lnTo>
                  <a:lnTo>
                    <a:pt x="25600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" r="0" b="-11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560002" cy="984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054202" y="5287642"/>
            <a:ext cx="2317747" cy="1312154"/>
            <a:chOff x="0" y="0"/>
            <a:chExt cx="3090329" cy="174953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1209" y="21209"/>
              <a:ext cx="3048000" cy="1707134"/>
            </a:xfrm>
            <a:custGeom>
              <a:avLst/>
              <a:gdLst/>
              <a:ahLst/>
              <a:cxnLst/>
              <a:rect r="r" b="b" t="t" l="l"/>
              <a:pathLst>
                <a:path h="1707134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707134"/>
                  </a:lnTo>
                  <a:lnTo>
                    <a:pt x="0" y="1707134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90418" cy="1749552"/>
            </a:xfrm>
            <a:custGeom>
              <a:avLst/>
              <a:gdLst/>
              <a:ahLst/>
              <a:cxnLst/>
              <a:rect r="r" b="b" t="t" l="l"/>
              <a:pathLst>
                <a:path h="1749552" w="3090418">
                  <a:moveTo>
                    <a:pt x="21209" y="0"/>
                  </a:moveTo>
                  <a:lnTo>
                    <a:pt x="3069209" y="0"/>
                  </a:lnTo>
                  <a:cubicBezTo>
                    <a:pt x="3080893" y="0"/>
                    <a:pt x="3090418" y="9525"/>
                    <a:pt x="3090418" y="21209"/>
                  </a:cubicBezTo>
                  <a:lnTo>
                    <a:pt x="3090418" y="1728343"/>
                  </a:lnTo>
                  <a:cubicBezTo>
                    <a:pt x="3090418" y="1740027"/>
                    <a:pt x="3080893" y="1749552"/>
                    <a:pt x="3069209" y="1749552"/>
                  </a:cubicBezTo>
                  <a:lnTo>
                    <a:pt x="21209" y="1749552"/>
                  </a:lnTo>
                  <a:cubicBezTo>
                    <a:pt x="9525" y="1749552"/>
                    <a:pt x="0" y="1740027"/>
                    <a:pt x="0" y="1728343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728343"/>
                  </a:lnTo>
                  <a:lnTo>
                    <a:pt x="21209" y="1728343"/>
                  </a:lnTo>
                  <a:lnTo>
                    <a:pt x="21209" y="1707134"/>
                  </a:lnTo>
                  <a:lnTo>
                    <a:pt x="3069209" y="1707134"/>
                  </a:lnTo>
                  <a:lnTo>
                    <a:pt x="3069209" y="1728343"/>
                  </a:lnTo>
                  <a:lnTo>
                    <a:pt x="3048000" y="1728343"/>
                  </a:lnTo>
                  <a:lnTo>
                    <a:pt x="3048000" y="21209"/>
                  </a:lnTo>
                  <a:lnTo>
                    <a:pt x="3069209" y="21209"/>
                  </a:lnTo>
                  <a:lnTo>
                    <a:pt x="30692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057383" y="5290823"/>
            <a:ext cx="2311403" cy="171802"/>
            <a:chOff x="0" y="0"/>
            <a:chExt cx="3081871" cy="2290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3048000" cy="195199"/>
            </a:xfrm>
            <a:custGeom>
              <a:avLst/>
              <a:gdLst/>
              <a:ahLst/>
              <a:cxnLst/>
              <a:rect r="r" b="b" t="t" l="l"/>
              <a:pathLst>
                <a:path h="19519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081782" cy="228983"/>
            </a:xfrm>
            <a:custGeom>
              <a:avLst/>
              <a:gdLst/>
              <a:ahLst/>
              <a:cxnLst/>
              <a:rect r="r" b="b" t="t" l="l"/>
              <a:pathLst>
                <a:path h="228983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212090"/>
                  </a:lnTo>
                  <a:cubicBezTo>
                    <a:pt x="3081782" y="221488"/>
                    <a:pt x="3074162" y="228981"/>
                    <a:pt x="3064891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3064891" y="195199"/>
                  </a:lnTo>
                  <a:lnTo>
                    <a:pt x="3064891" y="212090"/>
                  </a:lnTo>
                  <a:lnTo>
                    <a:pt x="3048000" y="212090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252960" y="5632704"/>
            <a:ext cx="1920002" cy="731396"/>
            <a:chOff x="0" y="0"/>
            <a:chExt cx="2560002" cy="97519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60000" cy="975200"/>
            </a:xfrm>
            <a:custGeom>
              <a:avLst/>
              <a:gdLst/>
              <a:ahLst/>
              <a:cxnLst/>
              <a:rect r="r" b="b" t="t" l="l"/>
              <a:pathLst>
                <a:path h="975200" w="2560000">
                  <a:moveTo>
                    <a:pt x="0" y="0"/>
                  </a:moveTo>
                  <a:lnTo>
                    <a:pt x="2560000" y="0"/>
                  </a:lnTo>
                  <a:lnTo>
                    <a:pt x="25600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" r="0" b="-11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2560002" cy="984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Broker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705962" y="5287642"/>
            <a:ext cx="2408949" cy="1312154"/>
            <a:chOff x="0" y="0"/>
            <a:chExt cx="3211932" cy="174953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21209" y="21209"/>
              <a:ext cx="3169539" cy="1707134"/>
            </a:xfrm>
            <a:custGeom>
              <a:avLst/>
              <a:gdLst/>
              <a:ahLst/>
              <a:cxnLst/>
              <a:rect r="r" b="b" t="t" l="l"/>
              <a:pathLst>
                <a:path h="1707134" w="3169539">
                  <a:moveTo>
                    <a:pt x="0" y="0"/>
                  </a:moveTo>
                  <a:lnTo>
                    <a:pt x="3169539" y="0"/>
                  </a:lnTo>
                  <a:lnTo>
                    <a:pt x="3169539" y="1707134"/>
                  </a:lnTo>
                  <a:lnTo>
                    <a:pt x="0" y="170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11957" cy="1749552"/>
            </a:xfrm>
            <a:custGeom>
              <a:avLst/>
              <a:gdLst/>
              <a:ahLst/>
              <a:cxnLst/>
              <a:rect r="r" b="b" t="t" l="l"/>
              <a:pathLst>
                <a:path h="1749552" w="3211957">
                  <a:moveTo>
                    <a:pt x="21209" y="0"/>
                  </a:moveTo>
                  <a:lnTo>
                    <a:pt x="3190748" y="0"/>
                  </a:lnTo>
                  <a:cubicBezTo>
                    <a:pt x="3202432" y="0"/>
                    <a:pt x="3211957" y="9525"/>
                    <a:pt x="3211957" y="21209"/>
                  </a:cubicBezTo>
                  <a:lnTo>
                    <a:pt x="3211957" y="1728343"/>
                  </a:lnTo>
                  <a:cubicBezTo>
                    <a:pt x="3211957" y="1740027"/>
                    <a:pt x="3202432" y="1749552"/>
                    <a:pt x="3190748" y="1749552"/>
                  </a:cubicBezTo>
                  <a:lnTo>
                    <a:pt x="21209" y="1749552"/>
                  </a:lnTo>
                  <a:cubicBezTo>
                    <a:pt x="9525" y="1749552"/>
                    <a:pt x="0" y="1740027"/>
                    <a:pt x="0" y="1728343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728343"/>
                  </a:lnTo>
                  <a:lnTo>
                    <a:pt x="21209" y="1728343"/>
                  </a:lnTo>
                  <a:lnTo>
                    <a:pt x="21209" y="1707134"/>
                  </a:lnTo>
                  <a:lnTo>
                    <a:pt x="3190748" y="1707134"/>
                  </a:lnTo>
                  <a:lnTo>
                    <a:pt x="3190748" y="1728343"/>
                  </a:lnTo>
                  <a:lnTo>
                    <a:pt x="3169539" y="1728343"/>
                  </a:lnTo>
                  <a:lnTo>
                    <a:pt x="3169539" y="21209"/>
                  </a:lnTo>
                  <a:lnTo>
                    <a:pt x="3190748" y="21209"/>
                  </a:lnTo>
                  <a:lnTo>
                    <a:pt x="3190748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4709143" y="5290823"/>
            <a:ext cx="2402596" cy="171802"/>
            <a:chOff x="0" y="0"/>
            <a:chExt cx="3203461" cy="22907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3169666" cy="195199"/>
            </a:xfrm>
            <a:custGeom>
              <a:avLst/>
              <a:gdLst/>
              <a:ahLst/>
              <a:cxnLst/>
              <a:rect r="r" b="b" t="t" l="l"/>
              <a:pathLst>
                <a:path h="195199" w="3169666">
                  <a:moveTo>
                    <a:pt x="0" y="0"/>
                  </a:moveTo>
                  <a:lnTo>
                    <a:pt x="3169666" y="0"/>
                  </a:lnTo>
                  <a:lnTo>
                    <a:pt x="3169666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03448" cy="228983"/>
            </a:xfrm>
            <a:custGeom>
              <a:avLst/>
              <a:gdLst/>
              <a:ahLst/>
              <a:cxnLst/>
              <a:rect r="r" b="b" t="t" l="l"/>
              <a:pathLst>
                <a:path h="228983" w="3203448">
                  <a:moveTo>
                    <a:pt x="16891" y="0"/>
                  </a:moveTo>
                  <a:lnTo>
                    <a:pt x="3186557" y="0"/>
                  </a:lnTo>
                  <a:cubicBezTo>
                    <a:pt x="3195955" y="0"/>
                    <a:pt x="3203448" y="7620"/>
                    <a:pt x="3203448" y="16891"/>
                  </a:cubicBezTo>
                  <a:lnTo>
                    <a:pt x="3203448" y="212090"/>
                  </a:lnTo>
                  <a:cubicBezTo>
                    <a:pt x="3203448" y="221488"/>
                    <a:pt x="3195828" y="228981"/>
                    <a:pt x="3186557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3186557" y="195199"/>
                  </a:lnTo>
                  <a:lnTo>
                    <a:pt x="3186557" y="212090"/>
                  </a:lnTo>
                  <a:lnTo>
                    <a:pt x="3169666" y="212090"/>
                  </a:lnTo>
                  <a:lnTo>
                    <a:pt x="3169666" y="16891"/>
                  </a:lnTo>
                  <a:lnTo>
                    <a:pt x="3186557" y="16891"/>
                  </a:lnTo>
                  <a:lnTo>
                    <a:pt x="318655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4904720" y="5632704"/>
            <a:ext cx="2011804" cy="731396"/>
            <a:chOff x="0" y="0"/>
            <a:chExt cx="2682405" cy="97519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82400" cy="975200"/>
            </a:xfrm>
            <a:custGeom>
              <a:avLst/>
              <a:gdLst/>
              <a:ahLst/>
              <a:cxnLst/>
              <a:rect r="r" b="b" t="t" l="l"/>
              <a:pathLst>
                <a:path h="975200" w="2682400">
                  <a:moveTo>
                    <a:pt x="0" y="0"/>
                  </a:moveTo>
                  <a:lnTo>
                    <a:pt x="2682400" y="0"/>
                  </a:lnTo>
                  <a:lnTo>
                    <a:pt x="26824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6" r="0" b="-359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682405" cy="984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Servidor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 rot="504600">
            <a:off x="11713626" y="5934075"/>
            <a:ext cx="347339" cy="0"/>
          </a:xfrm>
          <a:prstGeom prst="line">
            <a:avLst/>
          </a:prstGeom>
          <a:ln cap="rnd" w="19050">
            <a:solidFill>
              <a:srgbClr val="16A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3" id="83"/>
          <p:cNvSpPr/>
          <p:nvPr/>
        </p:nvSpPr>
        <p:spPr>
          <a:xfrm rot="504600">
            <a:off x="14365386" y="5934075"/>
            <a:ext cx="347339" cy="0"/>
          </a:xfrm>
          <a:prstGeom prst="line">
            <a:avLst/>
          </a:prstGeom>
          <a:ln cap="rnd" w="19050">
            <a:solidFill>
              <a:srgbClr val="16A3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4" id="84"/>
          <p:cNvGrpSpPr/>
          <p:nvPr/>
        </p:nvGrpSpPr>
        <p:grpSpPr>
          <a:xfrm rot="0">
            <a:off x="9418320" y="6949440"/>
            <a:ext cx="7681198" cy="1005602"/>
            <a:chOff x="0" y="0"/>
            <a:chExt cx="10241598" cy="134080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41600" cy="1340800"/>
            </a:xfrm>
            <a:custGeom>
              <a:avLst/>
              <a:gdLst/>
              <a:ahLst/>
              <a:cxnLst/>
              <a:rect r="r" b="b" t="t" l="l"/>
              <a:pathLst>
                <a:path h="1340800" w="10241600">
                  <a:moveTo>
                    <a:pt x="0" y="0"/>
                  </a:moveTo>
                  <a:lnTo>
                    <a:pt x="10241600" y="0"/>
                  </a:lnTo>
                  <a:lnTo>
                    <a:pt x="10241600" y="1340800"/>
                  </a:lnTo>
                  <a:lnTo>
                    <a:pt x="0" y="134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34" r="0" b="-9883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10241598" cy="1388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Sistemas desacoplados; mensagens armazenadas em filas até o consumo 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42035" y="8494395"/>
            <a:ext cx="5231254" cy="933450"/>
            <a:chOff x="0" y="0"/>
            <a:chExt cx="6975005" cy="1244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2700" y="12700"/>
              <a:ext cx="6949567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49567">
                  <a:moveTo>
                    <a:pt x="0" y="203200"/>
                  </a:moveTo>
                  <a:cubicBezTo>
                    <a:pt x="0" y="90932"/>
                    <a:pt x="92583" y="0"/>
                    <a:pt x="206629" y="0"/>
                  </a:cubicBezTo>
                  <a:lnTo>
                    <a:pt x="6742938" y="0"/>
                  </a:lnTo>
                  <a:cubicBezTo>
                    <a:pt x="6857111" y="0"/>
                    <a:pt x="6949567" y="90932"/>
                    <a:pt x="6949567" y="203200"/>
                  </a:cubicBezTo>
                  <a:lnTo>
                    <a:pt x="6949567" y="1016000"/>
                  </a:lnTo>
                  <a:cubicBezTo>
                    <a:pt x="6949567" y="1128268"/>
                    <a:pt x="6856984" y="1219200"/>
                    <a:pt x="6742938" y="1219200"/>
                  </a:cubicBezTo>
                  <a:lnTo>
                    <a:pt x="206629" y="1219200"/>
                  </a:lnTo>
                  <a:cubicBezTo>
                    <a:pt x="92583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974967" cy="1244600"/>
            </a:xfrm>
            <a:custGeom>
              <a:avLst/>
              <a:gdLst/>
              <a:ahLst/>
              <a:cxnLst/>
              <a:rect r="r" b="b" t="t" l="l"/>
              <a:pathLst>
                <a:path h="1244600" w="6974967">
                  <a:moveTo>
                    <a:pt x="0" y="215900"/>
                  </a:moveTo>
                  <a:cubicBezTo>
                    <a:pt x="0" y="96520"/>
                    <a:pt x="98425" y="0"/>
                    <a:pt x="219329" y="0"/>
                  </a:cubicBezTo>
                  <a:lnTo>
                    <a:pt x="6755638" y="0"/>
                  </a:lnTo>
                  <a:lnTo>
                    <a:pt x="6755638" y="12700"/>
                  </a:lnTo>
                  <a:lnTo>
                    <a:pt x="6755638" y="0"/>
                  </a:lnTo>
                  <a:cubicBezTo>
                    <a:pt x="6876542" y="0"/>
                    <a:pt x="6974967" y="96520"/>
                    <a:pt x="6974967" y="215900"/>
                  </a:cubicBezTo>
                  <a:lnTo>
                    <a:pt x="6962267" y="215900"/>
                  </a:lnTo>
                  <a:lnTo>
                    <a:pt x="6974967" y="215900"/>
                  </a:lnTo>
                  <a:lnTo>
                    <a:pt x="6974967" y="1028700"/>
                  </a:lnTo>
                  <a:lnTo>
                    <a:pt x="6962267" y="1028700"/>
                  </a:lnTo>
                  <a:lnTo>
                    <a:pt x="6974967" y="1028700"/>
                  </a:lnTo>
                  <a:cubicBezTo>
                    <a:pt x="6974967" y="1148080"/>
                    <a:pt x="6876542" y="1244600"/>
                    <a:pt x="6755638" y="1244600"/>
                  </a:cubicBezTo>
                  <a:lnTo>
                    <a:pt x="6755638" y="1231900"/>
                  </a:lnTo>
                  <a:lnTo>
                    <a:pt x="6755638" y="1244600"/>
                  </a:lnTo>
                  <a:lnTo>
                    <a:pt x="219329" y="1244600"/>
                  </a:lnTo>
                  <a:lnTo>
                    <a:pt x="219329" y="1231900"/>
                  </a:lnTo>
                  <a:lnTo>
                    <a:pt x="219329" y="1244600"/>
                  </a:lnTo>
                  <a:cubicBezTo>
                    <a:pt x="98425" y="1244600"/>
                    <a:pt x="0" y="1148080"/>
                    <a:pt x="0" y="1028700"/>
                  </a:cubicBezTo>
                  <a:lnTo>
                    <a:pt x="0" y="215900"/>
                  </a:lnTo>
                  <a:lnTo>
                    <a:pt x="12700" y="215900"/>
                  </a:lnTo>
                  <a:lnTo>
                    <a:pt x="0" y="215900"/>
                  </a:lnTo>
                  <a:moveTo>
                    <a:pt x="25400" y="215900"/>
                  </a:moveTo>
                  <a:lnTo>
                    <a:pt x="25400" y="1028700"/>
                  </a:lnTo>
                  <a:lnTo>
                    <a:pt x="12700" y="1028700"/>
                  </a:lnTo>
                  <a:lnTo>
                    <a:pt x="25400" y="1028700"/>
                  </a:lnTo>
                  <a:cubicBezTo>
                    <a:pt x="25400" y="1133729"/>
                    <a:pt x="112014" y="1219200"/>
                    <a:pt x="219329" y="1219200"/>
                  </a:cubicBezTo>
                  <a:lnTo>
                    <a:pt x="6755638" y="1219200"/>
                  </a:lnTo>
                  <a:cubicBezTo>
                    <a:pt x="6862953" y="1219200"/>
                    <a:pt x="6949567" y="1133729"/>
                    <a:pt x="6949567" y="1028700"/>
                  </a:cubicBezTo>
                  <a:lnTo>
                    <a:pt x="6949567" y="215900"/>
                  </a:lnTo>
                  <a:cubicBezTo>
                    <a:pt x="6949567" y="110871"/>
                    <a:pt x="6862953" y="25400"/>
                    <a:pt x="6755638" y="25400"/>
                  </a:cubicBezTo>
                  <a:lnTo>
                    <a:pt x="219329" y="25400"/>
                  </a:lnTo>
                  <a:lnTo>
                    <a:pt x="219329" y="12700"/>
                  </a:lnTo>
                  <a:lnTo>
                    <a:pt x="219329" y="25400"/>
                  </a:lnTo>
                  <a:cubicBezTo>
                    <a:pt x="112014" y="25400"/>
                    <a:pt x="25400" y="110871"/>
                    <a:pt x="25400" y="215900"/>
                  </a:cubicBezTo>
                  <a:close/>
                </a:path>
              </a:pathLst>
            </a:custGeom>
            <a:solidFill>
              <a:srgbClr val="E0E4EA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6975005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E855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Acoplamento temporal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C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Cliente e servidor precisam estar online juntos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528435" y="8494395"/>
            <a:ext cx="5231254" cy="933450"/>
            <a:chOff x="0" y="0"/>
            <a:chExt cx="6975005" cy="12446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2700"/>
              <a:ext cx="6949567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49567">
                  <a:moveTo>
                    <a:pt x="0" y="203200"/>
                  </a:moveTo>
                  <a:cubicBezTo>
                    <a:pt x="0" y="90932"/>
                    <a:pt x="92583" y="0"/>
                    <a:pt x="206629" y="0"/>
                  </a:cubicBezTo>
                  <a:lnTo>
                    <a:pt x="6742938" y="0"/>
                  </a:lnTo>
                  <a:cubicBezTo>
                    <a:pt x="6857111" y="0"/>
                    <a:pt x="6949567" y="90932"/>
                    <a:pt x="6949567" y="203200"/>
                  </a:cubicBezTo>
                  <a:lnTo>
                    <a:pt x="6949567" y="1016000"/>
                  </a:lnTo>
                  <a:cubicBezTo>
                    <a:pt x="6949567" y="1128268"/>
                    <a:pt x="6856984" y="1219200"/>
                    <a:pt x="6742938" y="1219200"/>
                  </a:cubicBezTo>
                  <a:lnTo>
                    <a:pt x="206629" y="1219200"/>
                  </a:lnTo>
                  <a:cubicBezTo>
                    <a:pt x="92583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974967" cy="1244600"/>
            </a:xfrm>
            <a:custGeom>
              <a:avLst/>
              <a:gdLst/>
              <a:ahLst/>
              <a:cxnLst/>
              <a:rect r="r" b="b" t="t" l="l"/>
              <a:pathLst>
                <a:path h="1244600" w="6974967">
                  <a:moveTo>
                    <a:pt x="0" y="215900"/>
                  </a:moveTo>
                  <a:cubicBezTo>
                    <a:pt x="0" y="96520"/>
                    <a:pt x="98425" y="0"/>
                    <a:pt x="219329" y="0"/>
                  </a:cubicBezTo>
                  <a:lnTo>
                    <a:pt x="6755638" y="0"/>
                  </a:lnTo>
                  <a:lnTo>
                    <a:pt x="6755638" y="12700"/>
                  </a:lnTo>
                  <a:lnTo>
                    <a:pt x="6755638" y="0"/>
                  </a:lnTo>
                  <a:cubicBezTo>
                    <a:pt x="6876542" y="0"/>
                    <a:pt x="6974967" y="96520"/>
                    <a:pt x="6974967" y="215900"/>
                  </a:cubicBezTo>
                  <a:lnTo>
                    <a:pt x="6962267" y="215900"/>
                  </a:lnTo>
                  <a:lnTo>
                    <a:pt x="6974967" y="215900"/>
                  </a:lnTo>
                  <a:lnTo>
                    <a:pt x="6974967" y="1028700"/>
                  </a:lnTo>
                  <a:lnTo>
                    <a:pt x="6962267" y="1028700"/>
                  </a:lnTo>
                  <a:lnTo>
                    <a:pt x="6974967" y="1028700"/>
                  </a:lnTo>
                  <a:cubicBezTo>
                    <a:pt x="6974967" y="1148080"/>
                    <a:pt x="6876542" y="1244600"/>
                    <a:pt x="6755638" y="1244600"/>
                  </a:cubicBezTo>
                  <a:lnTo>
                    <a:pt x="6755638" y="1231900"/>
                  </a:lnTo>
                  <a:lnTo>
                    <a:pt x="6755638" y="1244600"/>
                  </a:lnTo>
                  <a:lnTo>
                    <a:pt x="219329" y="1244600"/>
                  </a:lnTo>
                  <a:lnTo>
                    <a:pt x="219329" y="1231900"/>
                  </a:lnTo>
                  <a:lnTo>
                    <a:pt x="219329" y="1244600"/>
                  </a:lnTo>
                  <a:cubicBezTo>
                    <a:pt x="98425" y="1244600"/>
                    <a:pt x="0" y="1148080"/>
                    <a:pt x="0" y="1028700"/>
                  </a:cubicBezTo>
                  <a:lnTo>
                    <a:pt x="0" y="215900"/>
                  </a:lnTo>
                  <a:lnTo>
                    <a:pt x="12700" y="215900"/>
                  </a:lnTo>
                  <a:lnTo>
                    <a:pt x="0" y="215900"/>
                  </a:lnTo>
                  <a:moveTo>
                    <a:pt x="25400" y="215900"/>
                  </a:moveTo>
                  <a:lnTo>
                    <a:pt x="25400" y="1028700"/>
                  </a:lnTo>
                  <a:lnTo>
                    <a:pt x="12700" y="1028700"/>
                  </a:lnTo>
                  <a:lnTo>
                    <a:pt x="25400" y="1028700"/>
                  </a:lnTo>
                  <a:cubicBezTo>
                    <a:pt x="25400" y="1133729"/>
                    <a:pt x="112014" y="1219200"/>
                    <a:pt x="219329" y="1219200"/>
                  </a:cubicBezTo>
                  <a:lnTo>
                    <a:pt x="6755638" y="1219200"/>
                  </a:lnTo>
                  <a:cubicBezTo>
                    <a:pt x="6862953" y="1219200"/>
                    <a:pt x="6949567" y="1133729"/>
                    <a:pt x="6949567" y="1028700"/>
                  </a:cubicBezTo>
                  <a:lnTo>
                    <a:pt x="6949567" y="215900"/>
                  </a:lnTo>
                  <a:cubicBezTo>
                    <a:pt x="6949567" y="110871"/>
                    <a:pt x="6862953" y="25400"/>
                    <a:pt x="6755638" y="25400"/>
                  </a:cubicBezTo>
                  <a:lnTo>
                    <a:pt x="219329" y="25400"/>
                  </a:lnTo>
                  <a:lnTo>
                    <a:pt x="219329" y="12700"/>
                  </a:lnTo>
                  <a:lnTo>
                    <a:pt x="219329" y="25400"/>
                  </a:lnTo>
                  <a:cubicBezTo>
                    <a:pt x="112014" y="25400"/>
                    <a:pt x="25400" y="110871"/>
                    <a:pt x="25400" y="215900"/>
                  </a:cubicBezTo>
                  <a:close/>
                </a:path>
              </a:pathLst>
            </a:custGeom>
            <a:solidFill>
              <a:srgbClr val="E0E4EA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6975005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E855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Ponto único de falha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C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 o servidor cai, o cliente falha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014835" y="8494395"/>
            <a:ext cx="5231254" cy="933450"/>
            <a:chOff x="0" y="0"/>
            <a:chExt cx="6975005" cy="1244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2700" y="12700"/>
              <a:ext cx="6949567" cy="1219200"/>
            </a:xfrm>
            <a:custGeom>
              <a:avLst/>
              <a:gdLst/>
              <a:ahLst/>
              <a:cxnLst/>
              <a:rect r="r" b="b" t="t" l="l"/>
              <a:pathLst>
                <a:path h="1219200" w="6949567">
                  <a:moveTo>
                    <a:pt x="0" y="203200"/>
                  </a:moveTo>
                  <a:cubicBezTo>
                    <a:pt x="0" y="90932"/>
                    <a:pt x="92583" y="0"/>
                    <a:pt x="206629" y="0"/>
                  </a:cubicBezTo>
                  <a:lnTo>
                    <a:pt x="6742938" y="0"/>
                  </a:lnTo>
                  <a:cubicBezTo>
                    <a:pt x="6857111" y="0"/>
                    <a:pt x="6949567" y="90932"/>
                    <a:pt x="6949567" y="203200"/>
                  </a:cubicBezTo>
                  <a:lnTo>
                    <a:pt x="6949567" y="1016000"/>
                  </a:lnTo>
                  <a:cubicBezTo>
                    <a:pt x="6949567" y="1128268"/>
                    <a:pt x="6856984" y="1219200"/>
                    <a:pt x="6742938" y="1219200"/>
                  </a:cubicBezTo>
                  <a:lnTo>
                    <a:pt x="206629" y="1219200"/>
                  </a:lnTo>
                  <a:cubicBezTo>
                    <a:pt x="92583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F4F6F8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974967" cy="1244600"/>
            </a:xfrm>
            <a:custGeom>
              <a:avLst/>
              <a:gdLst/>
              <a:ahLst/>
              <a:cxnLst/>
              <a:rect r="r" b="b" t="t" l="l"/>
              <a:pathLst>
                <a:path h="1244600" w="6974967">
                  <a:moveTo>
                    <a:pt x="0" y="215900"/>
                  </a:moveTo>
                  <a:cubicBezTo>
                    <a:pt x="0" y="96520"/>
                    <a:pt x="98425" y="0"/>
                    <a:pt x="219329" y="0"/>
                  </a:cubicBezTo>
                  <a:lnTo>
                    <a:pt x="6755638" y="0"/>
                  </a:lnTo>
                  <a:lnTo>
                    <a:pt x="6755638" y="12700"/>
                  </a:lnTo>
                  <a:lnTo>
                    <a:pt x="6755638" y="0"/>
                  </a:lnTo>
                  <a:cubicBezTo>
                    <a:pt x="6876542" y="0"/>
                    <a:pt x="6974967" y="96520"/>
                    <a:pt x="6974967" y="215900"/>
                  </a:cubicBezTo>
                  <a:lnTo>
                    <a:pt x="6962267" y="215900"/>
                  </a:lnTo>
                  <a:lnTo>
                    <a:pt x="6974967" y="215900"/>
                  </a:lnTo>
                  <a:lnTo>
                    <a:pt x="6974967" y="1028700"/>
                  </a:lnTo>
                  <a:lnTo>
                    <a:pt x="6962267" y="1028700"/>
                  </a:lnTo>
                  <a:lnTo>
                    <a:pt x="6974967" y="1028700"/>
                  </a:lnTo>
                  <a:cubicBezTo>
                    <a:pt x="6974967" y="1148080"/>
                    <a:pt x="6876542" y="1244600"/>
                    <a:pt x="6755638" y="1244600"/>
                  </a:cubicBezTo>
                  <a:lnTo>
                    <a:pt x="6755638" y="1231900"/>
                  </a:lnTo>
                  <a:lnTo>
                    <a:pt x="6755638" y="1244600"/>
                  </a:lnTo>
                  <a:lnTo>
                    <a:pt x="219329" y="1244600"/>
                  </a:lnTo>
                  <a:lnTo>
                    <a:pt x="219329" y="1231900"/>
                  </a:lnTo>
                  <a:lnTo>
                    <a:pt x="219329" y="1244600"/>
                  </a:lnTo>
                  <a:cubicBezTo>
                    <a:pt x="98425" y="1244600"/>
                    <a:pt x="0" y="1148080"/>
                    <a:pt x="0" y="1028700"/>
                  </a:cubicBezTo>
                  <a:lnTo>
                    <a:pt x="0" y="215900"/>
                  </a:lnTo>
                  <a:lnTo>
                    <a:pt x="12700" y="215900"/>
                  </a:lnTo>
                  <a:lnTo>
                    <a:pt x="0" y="215900"/>
                  </a:lnTo>
                  <a:moveTo>
                    <a:pt x="25400" y="215900"/>
                  </a:moveTo>
                  <a:lnTo>
                    <a:pt x="25400" y="1028700"/>
                  </a:lnTo>
                  <a:lnTo>
                    <a:pt x="12700" y="1028700"/>
                  </a:lnTo>
                  <a:lnTo>
                    <a:pt x="25400" y="1028700"/>
                  </a:lnTo>
                  <a:cubicBezTo>
                    <a:pt x="25400" y="1133729"/>
                    <a:pt x="112014" y="1219200"/>
                    <a:pt x="219329" y="1219200"/>
                  </a:cubicBezTo>
                  <a:lnTo>
                    <a:pt x="6755638" y="1219200"/>
                  </a:lnTo>
                  <a:cubicBezTo>
                    <a:pt x="6862953" y="1219200"/>
                    <a:pt x="6949567" y="1133729"/>
                    <a:pt x="6949567" y="1028700"/>
                  </a:cubicBezTo>
                  <a:lnTo>
                    <a:pt x="6949567" y="215900"/>
                  </a:lnTo>
                  <a:cubicBezTo>
                    <a:pt x="6949567" y="110871"/>
                    <a:pt x="6862953" y="25400"/>
                    <a:pt x="6755638" y="25400"/>
                  </a:cubicBezTo>
                  <a:lnTo>
                    <a:pt x="219329" y="25400"/>
                  </a:lnTo>
                  <a:lnTo>
                    <a:pt x="219329" y="12700"/>
                  </a:lnTo>
                  <a:lnTo>
                    <a:pt x="219329" y="25400"/>
                  </a:lnTo>
                  <a:cubicBezTo>
                    <a:pt x="112014" y="25400"/>
                    <a:pt x="25400" y="110871"/>
                    <a:pt x="25400" y="215900"/>
                  </a:cubicBezTo>
                  <a:close/>
                </a:path>
              </a:pathLst>
            </a:custGeom>
            <a:solidFill>
              <a:srgbClr val="E0E4EA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6975005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E855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Escalabilidade limitada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55C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Difícil distribuir carga entre vários servidores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5" y="918086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Padrões de comunicação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1995" y="2825115"/>
            <a:ext cx="8248650" cy="2762250"/>
            <a:chOff x="0" y="0"/>
            <a:chExt cx="10998200" cy="368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609600"/>
                  </a:moveTo>
                  <a:cubicBezTo>
                    <a:pt x="0" y="272923"/>
                    <a:pt x="274193" y="0"/>
                    <a:pt x="612394" y="0"/>
                  </a:cubicBezTo>
                  <a:lnTo>
                    <a:pt x="10360406" y="0"/>
                  </a:lnTo>
                  <a:cubicBezTo>
                    <a:pt x="10698607" y="0"/>
                    <a:pt x="10972800" y="272923"/>
                    <a:pt x="10972800" y="609600"/>
                  </a:cubicBezTo>
                  <a:lnTo>
                    <a:pt x="10972800" y="3048000"/>
                  </a:lnTo>
                  <a:cubicBezTo>
                    <a:pt x="10972800" y="3384677"/>
                    <a:pt x="10698607" y="3657600"/>
                    <a:pt x="10360406" y="3657600"/>
                  </a:cubicBezTo>
                  <a:lnTo>
                    <a:pt x="612394" y="3657600"/>
                  </a:lnTo>
                  <a:cubicBezTo>
                    <a:pt x="274193" y="3657600"/>
                    <a:pt x="0" y="3384677"/>
                    <a:pt x="0" y="304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0" y="622300"/>
                  </a:moveTo>
                  <a:cubicBezTo>
                    <a:pt x="0" y="278511"/>
                    <a:pt x="279908" y="0"/>
                    <a:pt x="625094" y="0"/>
                  </a:cubicBezTo>
                  <a:lnTo>
                    <a:pt x="10373106" y="0"/>
                  </a:lnTo>
                  <a:lnTo>
                    <a:pt x="10373106" y="12700"/>
                  </a:lnTo>
                  <a:lnTo>
                    <a:pt x="10373106" y="0"/>
                  </a:lnTo>
                  <a:cubicBezTo>
                    <a:pt x="10718292" y="0"/>
                    <a:pt x="10998200" y="278511"/>
                    <a:pt x="10998200" y="622300"/>
                  </a:cubicBezTo>
                  <a:lnTo>
                    <a:pt x="10985500" y="622300"/>
                  </a:lnTo>
                  <a:lnTo>
                    <a:pt x="10998200" y="622300"/>
                  </a:lnTo>
                  <a:lnTo>
                    <a:pt x="10998200" y="3060700"/>
                  </a:lnTo>
                  <a:lnTo>
                    <a:pt x="10985500" y="3060700"/>
                  </a:lnTo>
                  <a:lnTo>
                    <a:pt x="10998200" y="3060700"/>
                  </a:lnTo>
                  <a:cubicBezTo>
                    <a:pt x="10998200" y="3404489"/>
                    <a:pt x="10718292" y="3683000"/>
                    <a:pt x="10373106" y="3683000"/>
                  </a:cubicBezTo>
                  <a:lnTo>
                    <a:pt x="10373106" y="3670300"/>
                  </a:lnTo>
                  <a:lnTo>
                    <a:pt x="10373106" y="3683000"/>
                  </a:lnTo>
                  <a:lnTo>
                    <a:pt x="625094" y="3683000"/>
                  </a:lnTo>
                  <a:lnTo>
                    <a:pt x="625094" y="3670300"/>
                  </a:lnTo>
                  <a:lnTo>
                    <a:pt x="625094" y="3683000"/>
                  </a:lnTo>
                  <a:cubicBezTo>
                    <a:pt x="279908" y="3683000"/>
                    <a:pt x="0" y="3404489"/>
                    <a:pt x="0" y="3060700"/>
                  </a:cubicBezTo>
                  <a:lnTo>
                    <a:pt x="0" y="622300"/>
                  </a:lnTo>
                  <a:lnTo>
                    <a:pt x="12700" y="622300"/>
                  </a:lnTo>
                  <a:lnTo>
                    <a:pt x="0" y="622300"/>
                  </a:lnTo>
                  <a:moveTo>
                    <a:pt x="25400" y="622300"/>
                  </a:moveTo>
                  <a:lnTo>
                    <a:pt x="25400" y="3060700"/>
                  </a:lnTo>
                  <a:lnTo>
                    <a:pt x="12700" y="3060700"/>
                  </a:lnTo>
                  <a:lnTo>
                    <a:pt x="25400" y="3060700"/>
                  </a:lnTo>
                  <a:cubicBezTo>
                    <a:pt x="25400" y="3390265"/>
                    <a:pt x="293878" y="3657600"/>
                    <a:pt x="625094" y="3657600"/>
                  </a:cubicBezTo>
                  <a:lnTo>
                    <a:pt x="10373106" y="3657600"/>
                  </a:lnTo>
                  <a:cubicBezTo>
                    <a:pt x="10704323" y="3657600"/>
                    <a:pt x="10972801" y="3390265"/>
                    <a:pt x="10972801" y="3060700"/>
                  </a:cubicBezTo>
                  <a:lnTo>
                    <a:pt x="10972801" y="622300"/>
                  </a:lnTo>
                  <a:cubicBezTo>
                    <a:pt x="10972801" y="292735"/>
                    <a:pt x="10704323" y="25400"/>
                    <a:pt x="10373106" y="25400"/>
                  </a:cubicBezTo>
                  <a:lnTo>
                    <a:pt x="625094" y="25400"/>
                  </a:lnTo>
                  <a:lnTo>
                    <a:pt x="625094" y="12700"/>
                  </a:lnTo>
                  <a:lnTo>
                    <a:pt x="625094" y="25400"/>
                  </a:lnTo>
                  <a:cubicBezTo>
                    <a:pt x="293878" y="25400"/>
                    <a:pt x="25400" y="292735"/>
                    <a:pt x="25400" y="622300"/>
                  </a:cubicBezTo>
                  <a:close/>
                </a:path>
              </a:pathLst>
            </a:custGeom>
            <a:solidFill>
              <a:srgbClr val="E0E4E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2834640"/>
            <a:ext cx="8229600" cy="183004"/>
            <a:chOff x="0" y="0"/>
            <a:chExt cx="10972800" cy="2440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243967"/>
            </a:xfrm>
            <a:custGeom>
              <a:avLst/>
              <a:gdLst/>
              <a:ahLst/>
              <a:cxnLst/>
              <a:rect r="r" b="b" t="t" l="l"/>
              <a:pathLst>
                <a:path h="24396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967"/>
                  </a:lnTo>
                  <a:lnTo>
                    <a:pt x="0" y="243967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0704" y="3236976"/>
            <a:ext cx="823198" cy="823198"/>
            <a:chOff x="0" y="0"/>
            <a:chExt cx="1097598" cy="10975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661" cy="1097661"/>
            </a:xfrm>
            <a:custGeom>
              <a:avLst/>
              <a:gdLst/>
              <a:ahLst/>
              <a:cxnLst/>
              <a:rect r="r" b="b" t="t" l="l"/>
              <a:pathLst>
                <a:path h="1097661" w="1097661">
                  <a:moveTo>
                    <a:pt x="0" y="548767"/>
                  </a:moveTo>
                  <a:cubicBezTo>
                    <a:pt x="0" y="245745"/>
                    <a:pt x="245745" y="0"/>
                    <a:pt x="548767" y="0"/>
                  </a:cubicBezTo>
                  <a:cubicBezTo>
                    <a:pt x="851789" y="0"/>
                    <a:pt x="1097661" y="245745"/>
                    <a:pt x="1097661" y="548767"/>
                  </a:cubicBezTo>
                  <a:cubicBezTo>
                    <a:pt x="1097661" y="851789"/>
                    <a:pt x="851916" y="1097661"/>
                    <a:pt x="548767" y="1097661"/>
                  </a:cubicBezTo>
                  <a:cubicBezTo>
                    <a:pt x="245618" y="1097661"/>
                    <a:pt x="0" y="851916"/>
                    <a:pt x="0" y="548767"/>
                  </a:cubicBezTo>
                  <a:close/>
                </a:path>
              </a:pathLst>
            </a:custGeom>
            <a:solidFill>
              <a:srgbClr val="1F4E7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7598" cy="1145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03120" y="3236976"/>
            <a:ext cx="6674996" cy="823198"/>
            <a:chOff x="0" y="0"/>
            <a:chExt cx="8899995" cy="10975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000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8900000">
                  <a:moveTo>
                    <a:pt x="0" y="0"/>
                  </a:moveTo>
                  <a:lnTo>
                    <a:pt x="8900000" y="0"/>
                  </a:lnTo>
                  <a:lnTo>
                    <a:pt x="89000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6" r="0" b="-1079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8899995" cy="1164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182A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Fila de tarefas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261104"/>
            <a:ext cx="7498204" cy="1005602"/>
            <a:chOff x="0" y="0"/>
            <a:chExt cx="9997605" cy="13408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600" cy="1340800"/>
            </a:xfrm>
            <a:custGeom>
              <a:avLst/>
              <a:gdLst/>
              <a:ahLst/>
              <a:cxnLst/>
              <a:rect r="r" b="b" t="t" l="l"/>
              <a:pathLst>
                <a:path h="1340800" w="9997600">
                  <a:moveTo>
                    <a:pt x="0" y="0"/>
                  </a:moveTo>
                  <a:lnTo>
                    <a:pt x="9997600" y="0"/>
                  </a:lnTo>
                  <a:lnTo>
                    <a:pt x="9997600" y="1340800"/>
                  </a:lnTo>
                  <a:lnTo>
                    <a:pt x="0" y="134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89" r="0" b="-9528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997605" cy="1388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C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Tarefas distribuídas entre workers. Cada mensagem é consumida por apenas um trabalhador. Útil para balancear carga.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17355" y="2825115"/>
            <a:ext cx="8248650" cy="2762250"/>
            <a:chOff x="0" y="0"/>
            <a:chExt cx="10998200" cy="368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609600"/>
                  </a:moveTo>
                  <a:cubicBezTo>
                    <a:pt x="0" y="272923"/>
                    <a:pt x="274193" y="0"/>
                    <a:pt x="612394" y="0"/>
                  </a:cubicBezTo>
                  <a:lnTo>
                    <a:pt x="10360406" y="0"/>
                  </a:lnTo>
                  <a:cubicBezTo>
                    <a:pt x="10698607" y="0"/>
                    <a:pt x="10972800" y="272923"/>
                    <a:pt x="10972800" y="609600"/>
                  </a:cubicBezTo>
                  <a:lnTo>
                    <a:pt x="10972800" y="3048000"/>
                  </a:lnTo>
                  <a:cubicBezTo>
                    <a:pt x="10972800" y="3384677"/>
                    <a:pt x="10698607" y="3657600"/>
                    <a:pt x="10360406" y="3657600"/>
                  </a:cubicBezTo>
                  <a:lnTo>
                    <a:pt x="612394" y="3657600"/>
                  </a:lnTo>
                  <a:cubicBezTo>
                    <a:pt x="274193" y="3657600"/>
                    <a:pt x="0" y="3384677"/>
                    <a:pt x="0" y="304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0" y="622300"/>
                  </a:moveTo>
                  <a:cubicBezTo>
                    <a:pt x="0" y="278511"/>
                    <a:pt x="279908" y="0"/>
                    <a:pt x="625094" y="0"/>
                  </a:cubicBezTo>
                  <a:lnTo>
                    <a:pt x="10373106" y="0"/>
                  </a:lnTo>
                  <a:lnTo>
                    <a:pt x="10373106" y="12700"/>
                  </a:lnTo>
                  <a:lnTo>
                    <a:pt x="10373106" y="0"/>
                  </a:lnTo>
                  <a:cubicBezTo>
                    <a:pt x="10718292" y="0"/>
                    <a:pt x="10998200" y="278511"/>
                    <a:pt x="10998200" y="622300"/>
                  </a:cubicBezTo>
                  <a:lnTo>
                    <a:pt x="10985500" y="622300"/>
                  </a:lnTo>
                  <a:lnTo>
                    <a:pt x="10998200" y="622300"/>
                  </a:lnTo>
                  <a:lnTo>
                    <a:pt x="10998200" y="3060700"/>
                  </a:lnTo>
                  <a:lnTo>
                    <a:pt x="10985500" y="3060700"/>
                  </a:lnTo>
                  <a:lnTo>
                    <a:pt x="10998200" y="3060700"/>
                  </a:lnTo>
                  <a:cubicBezTo>
                    <a:pt x="10998200" y="3404489"/>
                    <a:pt x="10718292" y="3683000"/>
                    <a:pt x="10373106" y="3683000"/>
                  </a:cubicBezTo>
                  <a:lnTo>
                    <a:pt x="10373106" y="3670300"/>
                  </a:lnTo>
                  <a:lnTo>
                    <a:pt x="10373106" y="3683000"/>
                  </a:lnTo>
                  <a:lnTo>
                    <a:pt x="625094" y="3683000"/>
                  </a:lnTo>
                  <a:lnTo>
                    <a:pt x="625094" y="3670300"/>
                  </a:lnTo>
                  <a:lnTo>
                    <a:pt x="625094" y="3683000"/>
                  </a:lnTo>
                  <a:cubicBezTo>
                    <a:pt x="279908" y="3683000"/>
                    <a:pt x="0" y="3404489"/>
                    <a:pt x="0" y="3060700"/>
                  </a:cubicBezTo>
                  <a:lnTo>
                    <a:pt x="0" y="622300"/>
                  </a:lnTo>
                  <a:lnTo>
                    <a:pt x="12700" y="622300"/>
                  </a:lnTo>
                  <a:lnTo>
                    <a:pt x="0" y="622300"/>
                  </a:lnTo>
                  <a:moveTo>
                    <a:pt x="25400" y="622300"/>
                  </a:moveTo>
                  <a:lnTo>
                    <a:pt x="25400" y="3060700"/>
                  </a:lnTo>
                  <a:lnTo>
                    <a:pt x="12700" y="3060700"/>
                  </a:lnTo>
                  <a:lnTo>
                    <a:pt x="25400" y="3060700"/>
                  </a:lnTo>
                  <a:cubicBezTo>
                    <a:pt x="25400" y="3390265"/>
                    <a:pt x="293878" y="3657600"/>
                    <a:pt x="625094" y="3657600"/>
                  </a:cubicBezTo>
                  <a:lnTo>
                    <a:pt x="10373106" y="3657600"/>
                  </a:lnTo>
                  <a:cubicBezTo>
                    <a:pt x="10704323" y="3657600"/>
                    <a:pt x="10972801" y="3390265"/>
                    <a:pt x="10972801" y="3060700"/>
                  </a:cubicBezTo>
                  <a:lnTo>
                    <a:pt x="10972801" y="622300"/>
                  </a:lnTo>
                  <a:cubicBezTo>
                    <a:pt x="10972801" y="292735"/>
                    <a:pt x="10704323" y="25400"/>
                    <a:pt x="10373106" y="25400"/>
                  </a:cubicBezTo>
                  <a:lnTo>
                    <a:pt x="625094" y="25400"/>
                  </a:lnTo>
                  <a:lnTo>
                    <a:pt x="625094" y="12700"/>
                  </a:lnTo>
                  <a:lnTo>
                    <a:pt x="625094" y="25400"/>
                  </a:lnTo>
                  <a:cubicBezTo>
                    <a:pt x="293878" y="25400"/>
                    <a:pt x="25400" y="292735"/>
                    <a:pt x="25400" y="622300"/>
                  </a:cubicBezTo>
                  <a:close/>
                </a:path>
              </a:pathLst>
            </a:custGeom>
            <a:solidFill>
              <a:srgbClr val="E0E4E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26880" y="2834640"/>
            <a:ext cx="8229600" cy="183004"/>
            <a:chOff x="0" y="0"/>
            <a:chExt cx="10972800" cy="2440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243967"/>
            </a:xfrm>
            <a:custGeom>
              <a:avLst/>
              <a:gdLst/>
              <a:ahLst/>
              <a:cxnLst/>
              <a:rect r="r" b="b" t="t" l="l"/>
              <a:pathLst>
                <a:path h="24396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967"/>
                  </a:lnTo>
                  <a:lnTo>
                    <a:pt x="0" y="243967"/>
                  </a:lnTo>
                  <a:close/>
                </a:path>
              </a:pathLst>
            </a:custGeom>
            <a:solidFill>
              <a:srgbClr val="E8551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56064" y="3236976"/>
            <a:ext cx="823198" cy="823198"/>
            <a:chOff x="0" y="0"/>
            <a:chExt cx="1097598" cy="10975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661" cy="1097661"/>
            </a:xfrm>
            <a:custGeom>
              <a:avLst/>
              <a:gdLst/>
              <a:ahLst/>
              <a:cxnLst/>
              <a:rect r="r" b="b" t="t" l="l"/>
              <a:pathLst>
                <a:path h="1097661" w="1097661">
                  <a:moveTo>
                    <a:pt x="0" y="548767"/>
                  </a:moveTo>
                  <a:cubicBezTo>
                    <a:pt x="0" y="245745"/>
                    <a:pt x="245745" y="0"/>
                    <a:pt x="548767" y="0"/>
                  </a:cubicBezTo>
                  <a:cubicBezTo>
                    <a:pt x="851789" y="0"/>
                    <a:pt x="1097661" y="245745"/>
                    <a:pt x="1097661" y="548767"/>
                  </a:cubicBezTo>
                  <a:cubicBezTo>
                    <a:pt x="1097661" y="851789"/>
                    <a:pt x="851916" y="1097661"/>
                    <a:pt x="548767" y="1097661"/>
                  </a:cubicBezTo>
                  <a:cubicBezTo>
                    <a:pt x="245618" y="1097661"/>
                    <a:pt x="0" y="851916"/>
                    <a:pt x="0" y="548767"/>
                  </a:cubicBezTo>
                  <a:close/>
                </a:path>
              </a:pathLst>
            </a:custGeom>
            <a:solidFill>
              <a:srgbClr val="E8551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97598" cy="1145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98480" y="3236976"/>
            <a:ext cx="6674996" cy="823200"/>
            <a:chOff x="0" y="0"/>
            <a:chExt cx="8899995" cy="1097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00000" cy="1097603"/>
            </a:xfrm>
            <a:custGeom>
              <a:avLst/>
              <a:gdLst/>
              <a:ahLst/>
              <a:cxnLst/>
              <a:rect r="r" b="b" t="t" l="l"/>
              <a:pathLst>
                <a:path h="1097603" w="8900000">
                  <a:moveTo>
                    <a:pt x="0" y="0"/>
                  </a:moveTo>
                  <a:lnTo>
                    <a:pt x="8900000" y="0"/>
                  </a:lnTo>
                  <a:lnTo>
                    <a:pt x="8900000" y="1097603"/>
                  </a:lnTo>
                  <a:lnTo>
                    <a:pt x="0" y="1097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6" r="0" b="-1079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8899995" cy="1164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182A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RPC (Request/Reply)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92640" y="4261104"/>
            <a:ext cx="7498204" cy="1005602"/>
            <a:chOff x="0" y="0"/>
            <a:chExt cx="9997605" cy="134080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97600" cy="1340800"/>
            </a:xfrm>
            <a:custGeom>
              <a:avLst/>
              <a:gdLst/>
              <a:ahLst/>
              <a:cxnLst/>
              <a:rect r="r" b="b" t="t" l="l"/>
              <a:pathLst>
                <a:path h="1340800" w="9997600">
                  <a:moveTo>
                    <a:pt x="0" y="0"/>
                  </a:moveTo>
                  <a:lnTo>
                    <a:pt x="9997600" y="0"/>
                  </a:lnTo>
                  <a:lnTo>
                    <a:pt x="9997600" y="1340800"/>
                  </a:lnTo>
                  <a:lnTo>
                    <a:pt x="0" y="134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89" r="0" b="-9528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997605" cy="1388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C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Cliente envia requisição na fila e recebe a resposta em uma fila temporária. Padrão usado no nosso protótipo.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1995" y="5934075"/>
            <a:ext cx="8248650" cy="2762250"/>
            <a:chOff x="0" y="0"/>
            <a:chExt cx="10998200" cy="3683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609600"/>
                  </a:moveTo>
                  <a:cubicBezTo>
                    <a:pt x="0" y="272923"/>
                    <a:pt x="274193" y="0"/>
                    <a:pt x="612394" y="0"/>
                  </a:cubicBezTo>
                  <a:lnTo>
                    <a:pt x="10360406" y="0"/>
                  </a:lnTo>
                  <a:cubicBezTo>
                    <a:pt x="10698607" y="0"/>
                    <a:pt x="10972800" y="272923"/>
                    <a:pt x="10972800" y="609600"/>
                  </a:cubicBezTo>
                  <a:lnTo>
                    <a:pt x="10972800" y="3048000"/>
                  </a:lnTo>
                  <a:cubicBezTo>
                    <a:pt x="10972800" y="3384677"/>
                    <a:pt x="10698607" y="3657600"/>
                    <a:pt x="10360406" y="3657600"/>
                  </a:cubicBezTo>
                  <a:lnTo>
                    <a:pt x="612394" y="3657600"/>
                  </a:lnTo>
                  <a:cubicBezTo>
                    <a:pt x="274193" y="3657600"/>
                    <a:pt x="0" y="3384677"/>
                    <a:pt x="0" y="304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0" y="622300"/>
                  </a:moveTo>
                  <a:cubicBezTo>
                    <a:pt x="0" y="278511"/>
                    <a:pt x="279908" y="0"/>
                    <a:pt x="625094" y="0"/>
                  </a:cubicBezTo>
                  <a:lnTo>
                    <a:pt x="10373106" y="0"/>
                  </a:lnTo>
                  <a:lnTo>
                    <a:pt x="10373106" y="12700"/>
                  </a:lnTo>
                  <a:lnTo>
                    <a:pt x="10373106" y="0"/>
                  </a:lnTo>
                  <a:cubicBezTo>
                    <a:pt x="10718292" y="0"/>
                    <a:pt x="10998200" y="278511"/>
                    <a:pt x="10998200" y="622300"/>
                  </a:cubicBezTo>
                  <a:lnTo>
                    <a:pt x="10985500" y="622300"/>
                  </a:lnTo>
                  <a:lnTo>
                    <a:pt x="10998200" y="622300"/>
                  </a:lnTo>
                  <a:lnTo>
                    <a:pt x="10998200" y="3060700"/>
                  </a:lnTo>
                  <a:lnTo>
                    <a:pt x="10985500" y="3060700"/>
                  </a:lnTo>
                  <a:lnTo>
                    <a:pt x="10998200" y="3060700"/>
                  </a:lnTo>
                  <a:cubicBezTo>
                    <a:pt x="10998200" y="3404489"/>
                    <a:pt x="10718292" y="3683000"/>
                    <a:pt x="10373106" y="3683000"/>
                  </a:cubicBezTo>
                  <a:lnTo>
                    <a:pt x="10373106" y="3670300"/>
                  </a:lnTo>
                  <a:lnTo>
                    <a:pt x="10373106" y="3683000"/>
                  </a:lnTo>
                  <a:lnTo>
                    <a:pt x="625094" y="3683000"/>
                  </a:lnTo>
                  <a:lnTo>
                    <a:pt x="625094" y="3670300"/>
                  </a:lnTo>
                  <a:lnTo>
                    <a:pt x="625094" y="3683000"/>
                  </a:lnTo>
                  <a:cubicBezTo>
                    <a:pt x="279908" y="3683000"/>
                    <a:pt x="0" y="3404489"/>
                    <a:pt x="0" y="3060700"/>
                  </a:cubicBezTo>
                  <a:lnTo>
                    <a:pt x="0" y="622300"/>
                  </a:lnTo>
                  <a:lnTo>
                    <a:pt x="12700" y="622300"/>
                  </a:lnTo>
                  <a:lnTo>
                    <a:pt x="0" y="622300"/>
                  </a:lnTo>
                  <a:moveTo>
                    <a:pt x="25400" y="622300"/>
                  </a:moveTo>
                  <a:lnTo>
                    <a:pt x="25400" y="3060700"/>
                  </a:lnTo>
                  <a:lnTo>
                    <a:pt x="12700" y="3060700"/>
                  </a:lnTo>
                  <a:lnTo>
                    <a:pt x="25400" y="3060700"/>
                  </a:lnTo>
                  <a:cubicBezTo>
                    <a:pt x="25400" y="3390265"/>
                    <a:pt x="293878" y="3657600"/>
                    <a:pt x="625094" y="3657600"/>
                  </a:cubicBezTo>
                  <a:lnTo>
                    <a:pt x="10373106" y="3657600"/>
                  </a:lnTo>
                  <a:cubicBezTo>
                    <a:pt x="10704323" y="3657600"/>
                    <a:pt x="10972801" y="3390265"/>
                    <a:pt x="10972801" y="3060700"/>
                  </a:cubicBezTo>
                  <a:lnTo>
                    <a:pt x="10972801" y="622300"/>
                  </a:lnTo>
                  <a:cubicBezTo>
                    <a:pt x="10972801" y="292735"/>
                    <a:pt x="10704323" y="25400"/>
                    <a:pt x="10373106" y="25400"/>
                  </a:cubicBezTo>
                  <a:lnTo>
                    <a:pt x="625094" y="25400"/>
                  </a:lnTo>
                  <a:lnTo>
                    <a:pt x="625094" y="12700"/>
                  </a:lnTo>
                  <a:lnTo>
                    <a:pt x="625094" y="25400"/>
                  </a:lnTo>
                  <a:cubicBezTo>
                    <a:pt x="293878" y="25400"/>
                    <a:pt x="25400" y="292735"/>
                    <a:pt x="25400" y="622300"/>
                  </a:cubicBezTo>
                  <a:close/>
                </a:path>
              </a:pathLst>
            </a:custGeom>
            <a:solidFill>
              <a:srgbClr val="E0E4E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31520" y="5943600"/>
            <a:ext cx="8229600" cy="183004"/>
            <a:chOff x="0" y="0"/>
            <a:chExt cx="10972800" cy="2440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243967"/>
            </a:xfrm>
            <a:custGeom>
              <a:avLst/>
              <a:gdLst/>
              <a:ahLst/>
              <a:cxnLst/>
              <a:rect r="r" b="b" t="t" l="l"/>
              <a:pathLst>
                <a:path h="24396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967"/>
                  </a:lnTo>
                  <a:lnTo>
                    <a:pt x="0" y="243967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60704" y="6345936"/>
            <a:ext cx="823198" cy="823198"/>
            <a:chOff x="0" y="0"/>
            <a:chExt cx="1097598" cy="10975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661" cy="1097661"/>
            </a:xfrm>
            <a:custGeom>
              <a:avLst/>
              <a:gdLst/>
              <a:ahLst/>
              <a:cxnLst/>
              <a:rect r="r" b="b" t="t" l="l"/>
              <a:pathLst>
                <a:path h="1097661" w="1097661">
                  <a:moveTo>
                    <a:pt x="0" y="548767"/>
                  </a:moveTo>
                  <a:cubicBezTo>
                    <a:pt x="0" y="245745"/>
                    <a:pt x="245745" y="0"/>
                    <a:pt x="548767" y="0"/>
                  </a:cubicBezTo>
                  <a:cubicBezTo>
                    <a:pt x="851789" y="0"/>
                    <a:pt x="1097661" y="245745"/>
                    <a:pt x="1097661" y="548767"/>
                  </a:cubicBezTo>
                  <a:cubicBezTo>
                    <a:pt x="1097661" y="851789"/>
                    <a:pt x="851916" y="1097661"/>
                    <a:pt x="548767" y="1097661"/>
                  </a:cubicBezTo>
                  <a:cubicBezTo>
                    <a:pt x="245618" y="1097661"/>
                    <a:pt x="0" y="851916"/>
                    <a:pt x="0" y="548767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97598" cy="1145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103120" y="6345936"/>
            <a:ext cx="6674996" cy="823198"/>
            <a:chOff x="0" y="0"/>
            <a:chExt cx="8899995" cy="109759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000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8900000">
                  <a:moveTo>
                    <a:pt x="0" y="0"/>
                  </a:moveTo>
                  <a:lnTo>
                    <a:pt x="8900000" y="0"/>
                  </a:lnTo>
                  <a:lnTo>
                    <a:pt x="89000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6" r="0" b="-10799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8899995" cy="1164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182A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Publish / Subscribe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7280" y="7370064"/>
            <a:ext cx="7498204" cy="1005602"/>
            <a:chOff x="0" y="0"/>
            <a:chExt cx="9997605" cy="13408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97600" cy="1340800"/>
            </a:xfrm>
            <a:custGeom>
              <a:avLst/>
              <a:gdLst/>
              <a:ahLst/>
              <a:cxnLst/>
              <a:rect r="r" b="b" t="t" l="l"/>
              <a:pathLst>
                <a:path h="1340800" w="9997600">
                  <a:moveTo>
                    <a:pt x="0" y="0"/>
                  </a:moveTo>
                  <a:lnTo>
                    <a:pt x="9997600" y="0"/>
                  </a:lnTo>
                  <a:lnTo>
                    <a:pt x="9997600" y="1340800"/>
                  </a:lnTo>
                  <a:lnTo>
                    <a:pt x="0" y="134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89" r="0" b="-9528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997605" cy="1388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C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mesma mensagem é entregue a vários consumidores ao mesmo tempo via exchange fanout. Útil para notificações.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17355" y="5934075"/>
            <a:ext cx="8248650" cy="2762250"/>
            <a:chOff x="0" y="0"/>
            <a:chExt cx="10998200" cy="3683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2700" y="12700"/>
              <a:ext cx="10972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972800">
                  <a:moveTo>
                    <a:pt x="0" y="609600"/>
                  </a:moveTo>
                  <a:cubicBezTo>
                    <a:pt x="0" y="272923"/>
                    <a:pt x="274193" y="0"/>
                    <a:pt x="612394" y="0"/>
                  </a:cubicBezTo>
                  <a:lnTo>
                    <a:pt x="10360406" y="0"/>
                  </a:lnTo>
                  <a:cubicBezTo>
                    <a:pt x="10698607" y="0"/>
                    <a:pt x="10972800" y="272923"/>
                    <a:pt x="10972800" y="609600"/>
                  </a:cubicBezTo>
                  <a:lnTo>
                    <a:pt x="10972800" y="3048000"/>
                  </a:lnTo>
                  <a:cubicBezTo>
                    <a:pt x="10972800" y="3384677"/>
                    <a:pt x="10698607" y="3657600"/>
                    <a:pt x="10360406" y="3657600"/>
                  </a:cubicBezTo>
                  <a:lnTo>
                    <a:pt x="612394" y="3657600"/>
                  </a:lnTo>
                  <a:cubicBezTo>
                    <a:pt x="274193" y="3657600"/>
                    <a:pt x="0" y="3384677"/>
                    <a:pt x="0" y="304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982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998200">
                  <a:moveTo>
                    <a:pt x="0" y="622300"/>
                  </a:moveTo>
                  <a:cubicBezTo>
                    <a:pt x="0" y="278511"/>
                    <a:pt x="279908" y="0"/>
                    <a:pt x="625094" y="0"/>
                  </a:cubicBezTo>
                  <a:lnTo>
                    <a:pt x="10373106" y="0"/>
                  </a:lnTo>
                  <a:lnTo>
                    <a:pt x="10373106" y="12700"/>
                  </a:lnTo>
                  <a:lnTo>
                    <a:pt x="10373106" y="0"/>
                  </a:lnTo>
                  <a:cubicBezTo>
                    <a:pt x="10718292" y="0"/>
                    <a:pt x="10998200" y="278511"/>
                    <a:pt x="10998200" y="622300"/>
                  </a:cubicBezTo>
                  <a:lnTo>
                    <a:pt x="10985500" y="622300"/>
                  </a:lnTo>
                  <a:lnTo>
                    <a:pt x="10998200" y="622300"/>
                  </a:lnTo>
                  <a:lnTo>
                    <a:pt x="10998200" y="3060700"/>
                  </a:lnTo>
                  <a:lnTo>
                    <a:pt x="10985500" y="3060700"/>
                  </a:lnTo>
                  <a:lnTo>
                    <a:pt x="10998200" y="3060700"/>
                  </a:lnTo>
                  <a:cubicBezTo>
                    <a:pt x="10998200" y="3404489"/>
                    <a:pt x="10718292" y="3683000"/>
                    <a:pt x="10373106" y="3683000"/>
                  </a:cubicBezTo>
                  <a:lnTo>
                    <a:pt x="10373106" y="3670300"/>
                  </a:lnTo>
                  <a:lnTo>
                    <a:pt x="10373106" y="3683000"/>
                  </a:lnTo>
                  <a:lnTo>
                    <a:pt x="625094" y="3683000"/>
                  </a:lnTo>
                  <a:lnTo>
                    <a:pt x="625094" y="3670300"/>
                  </a:lnTo>
                  <a:lnTo>
                    <a:pt x="625094" y="3683000"/>
                  </a:lnTo>
                  <a:cubicBezTo>
                    <a:pt x="279908" y="3683000"/>
                    <a:pt x="0" y="3404489"/>
                    <a:pt x="0" y="3060700"/>
                  </a:cubicBezTo>
                  <a:lnTo>
                    <a:pt x="0" y="622300"/>
                  </a:lnTo>
                  <a:lnTo>
                    <a:pt x="12700" y="622300"/>
                  </a:lnTo>
                  <a:lnTo>
                    <a:pt x="0" y="622300"/>
                  </a:lnTo>
                  <a:moveTo>
                    <a:pt x="25400" y="622300"/>
                  </a:moveTo>
                  <a:lnTo>
                    <a:pt x="25400" y="3060700"/>
                  </a:lnTo>
                  <a:lnTo>
                    <a:pt x="12700" y="3060700"/>
                  </a:lnTo>
                  <a:lnTo>
                    <a:pt x="25400" y="3060700"/>
                  </a:lnTo>
                  <a:cubicBezTo>
                    <a:pt x="25400" y="3390265"/>
                    <a:pt x="293878" y="3657600"/>
                    <a:pt x="625094" y="3657600"/>
                  </a:cubicBezTo>
                  <a:lnTo>
                    <a:pt x="10373106" y="3657600"/>
                  </a:lnTo>
                  <a:cubicBezTo>
                    <a:pt x="10704323" y="3657600"/>
                    <a:pt x="10972801" y="3390265"/>
                    <a:pt x="10972801" y="3060700"/>
                  </a:cubicBezTo>
                  <a:lnTo>
                    <a:pt x="10972801" y="622300"/>
                  </a:lnTo>
                  <a:cubicBezTo>
                    <a:pt x="10972801" y="292735"/>
                    <a:pt x="10704323" y="25400"/>
                    <a:pt x="10373106" y="25400"/>
                  </a:cubicBezTo>
                  <a:lnTo>
                    <a:pt x="625094" y="25400"/>
                  </a:lnTo>
                  <a:lnTo>
                    <a:pt x="625094" y="12700"/>
                  </a:lnTo>
                  <a:lnTo>
                    <a:pt x="625094" y="25400"/>
                  </a:lnTo>
                  <a:cubicBezTo>
                    <a:pt x="293878" y="25400"/>
                    <a:pt x="25400" y="292735"/>
                    <a:pt x="25400" y="622300"/>
                  </a:cubicBezTo>
                  <a:close/>
                </a:path>
              </a:pathLst>
            </a:custGeom>
            <a:solidFill>
              <a:srgbClr val="E0E4E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326880" y="5943600"/>
            <a:ext cx="8229600" cy="183004"/>
            <a:chOff x="0" y="0"/>
            <a:chExt cx="10972800" cy="2440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243967"/>
            </a:xfrm>
            <a:custGeom>
              <a:avLst/>
              <a:gdLst/>
              <a:ahLst/>
              <a:cxnLst/>
              <a:rect r="r" b="b" t="t" l="l"/>
              <a:pathLst>
                <a:path h="24396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967"/>
                  </a:lnTo>
                  <a:lnTo>
                    <a:pt x="0" y="243967"/>
                  </a:lnTo>
                  <a:close/>
                </a:path>
              </a:pathLst>
            </a:custGeom>
            <a:solidFill>
              <a:srgbClr val="7B2CB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56064" y="6345936"/>
            <a:ext cx="823198" cy="823198"/>
            <a:chOff x="0" y="0"/>
            <a:chExt cx="1097598" cy="109759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661" cy="1097661"/>
            </a:xfrm>
            <a:custGeom>
              <a:avLst/>
              <a:gdLst/>
              <a:ahLst/>
              <a:cxnLst/>
              <a:rect r="r" b="b" t="t" l="l"/>
              <a:pathLst>
                <a:path h="1097661" w="1097661">
                  <a:moveTo>
                    <a:pt x="0" y="548767"/>
                  </a:moveTo>
                  <a:cubicBezTo>
                    <a:pt x="0" y="245745"/>
                    <a:pt x="245745" y="0"/>
                    <a:pt x="548767" y="0"/>
                  </a:cubicBezTo>
                  <a:cubicBezTo>
                    <a:pt x="851789" y="0"/>
                    <a:pt x="1097661" y="245745"/>
                    <a:pt x="1097661" y="548767"/>
                  </a:cubicBezTo>
                  <a:cubicBezTo>
                    <a:pt x="1097661" y="851789"/>
                    <a:pt x="851916" y="1097661"/>
                    <a:pt x="548767" y="1097661"/>
                  </a:cubicBezTo>
                  <a:cubicBezTo>
                    <a:pt x="245618" y="1097661"/>
                    <a:pt x="0" y="851916"/>
                    <a:pt x="0" y="548767"/>
                  </a:cubicBezTo>
                  <a:close/>
                </a:path>
              </a:pathLst>
            </a:custGeom>
            <a:solidFill>
              <a:srgbClr val="7B2CB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97598" cy="1145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98480" y="6345936"/>
            <a:ext cx="6674996" cy="823198"/>
            <a:chOff x="0" y="0"/>
            <a:chExt cx="8899995" cy="109759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000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8900000">
                  <a:moveTo>
                    <a:pt x="0" y="0"/>
                  </a:moveTo>
                  <a:lnTo>
                    <a:pt x="8900000" y="0"/>
                  </a:lnTo>
                  <a:lnTo>
                    <a:pt x="89000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996" r="0" b="-10799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8899995" cy="1164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182A4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Roteamento por tópico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92640" y="7370064"/>
            <a:ext cx="7498204" cy="1005602"/>
            <a:chOff x="0" y="0"/>
            <a:chExt cx="9997605" cy="134080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997600" cy="1340800"/>
            </a:xfrm>
            <a:custGeom>
              <a:avLst/>
              <a:gdLst/>
              <a:ahLst/>
              <a:cxnLst/>
              <a:rect r="r" b="b" t="t" l="l"/>
              <a:pathLst>
                <a:path h="1340800" w="9997600">
                  <a:moveTo>
                    <a:pt x="0" y="0"/>
                  </a:moveTo>
                  <a:lnTo>
                    <a:pt x="9997600" y="0"/>
                  </a:lnTo>
                  <a:lnTo>
                    <a:pt x="9997600" y="1340800"/>
                  </a:lnTo>
                  <a:lnTo>
                    <a:pt x="0" y="134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89" r="0" b="-9528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997605" cy="1388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555C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Mensagens roteadas por chave (ex: pedido.*, pagamento.*) através de exchange topic. Permite filtragem flexível.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 pub-sub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0477" y="3540757"/>
            <a:ext cx="3342399" cy="2062601"/>
            <a:chOff x="0" y="0"/>
            <a:chExt cx="4456532" cy="27501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3909" y="33909"/>
              <a:ext cx="4388739" cy="2682367"/>
            </a:xfrm>
            <a:custGeom>
              <a:avLst/>
              <a:gdLst/>
              <a:ahLst/>
              <a:cxnLst/>
              <a:rect r="r" b="b" t="t" l="l"/>
              <a:pathLst>
                <a:path h="2682367" w="4388739">
                  <a:moveTo>
                    <a:pt x="0" y="0"/>
                  </a:moveTo>
                  <a:lnTo>
                    <a:pt x="4388739" y="0"/>
                  </a:lnTo>
                  <a:lnTo>
                    <a:pt x="4388739" y="2682367"/>
                  </a:lnTo>
                  <a:lnTo>
                    <a:pt x="0" y="2682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56557" cy="2750185"/>
            </a:xfrm>
            <a:custGeom>
              <a:avLst/>
              <a:gdLst/>
              <a:ahLst/>
              <a:cxnLst/>
              <a:rect r="r" b="b" t="t" l="l"/>
              <a:pathLst>
                <a:path h="2750185" w="4456557">
                  <a:moveTo>
                    <a:pt x="33909" y="0"/>
                  </a:moveTo>
                  <a:lnTo>
                    <a:pt x="4422648" y="0"/>
                  </a:lnTo>
                  <a:cubicBezTo>
                    <a:pt x="4441317" y="0"/>
                    <a:pt x="4456557" y="15113"/>
                    <a:pt x="4456557" y="33909"/>
                  </a:cubicBezTo>
                  <a:lnTo>
                    <a:pt x="4456557" y="2716276"/>
                  </a:lnTo>
                  <a:cubicBezTo>
                    <a:pt x="4456557" y="2734945"/>
                    <a:pt x="4441444" y="2750185"/>
                    <a:pt x="4422648" y="2750185"/>
                  </a:cubicBezTo>
                  <a:lnTo>
                    <a:pt x="33909" y="2750185"/>
                  </a:lnTo>
                  <a:cubicBezTo>
                    <a:pt x="15240" y="2750185"/>
                    <a:pt x="0" y="2735072"/>
                    <a:pt x="0" y="271627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276"/>
                  </a:lnTo>
                  <a:lnTo>
                    <a:pt x="33909" y="2716276"/>
                  </a:lnTo>
                  <a:lnTo>
                    <a:pt x="33909" y="2682367"/>
                  </a:lnTo>
                  <a:lnTo>
                    <a:pt x="4422648" y="2682367"/>
                  </a:lnTo>
                  <a:lnTo>
                    <a:pt x="4422648" y="2716276"/>
                  </a:lnTo>
                  <a:lnTo>
                    <a:pt x="4388739" y="2716276"/>
                  </a:lnTo>
                  <a:lnTo>
                    <a:pt x="4388739" y="33909"/>
                  </a:lnTo>
                  <a:lnTo>
                    <a:pt x="4422648" y="33909"/>
                  </a:lnTo>
                  <a:lnTo>
                    <a:pt x="442264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3183" y="3553463"/>
            <a:ext cx="3316996" cy="171802"/>
            <a:chOff x="0" y="0"/>
            <a:chExt cx="4422661" cy="229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4388866" cy="195199"/>
            </a:xfrm>
            <a:custGeom>
              <a:avLst/>
              <a:gdLst/>
              <a:ahLst/>
              <a:cxnLst/>
              <a:rect r="r" b="b" t="t" l="l"/>
              <a:pathLst>
                <a:path h="195199" w="4388866">
                  <a:moveTo>
                    <a:pt x="0" y="0"/>
                  </a:moveTo>
                  <a:lnTo>
                    <a:pt x="4388866" y="0"/>
                  </a:lnTo>
                  <a:lnTo>
                    <a:pt x="4388866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22648" cy="228983"/>
            </a:xfrm>
            <a:custGeom>
              <a:avLst/>
              <a:gdLst/>
              <a:ahLst/>
              <a:cxnLst/>
              <a:rect r="r" b="b" t="t" l="l"/>
              <a:pathLst>
                <a:path h="228983" w="4422648">
                  <a:moveTo>
                    <a:pt x="16891" y="0"/>
                  </a:moveTo>
                  <a:lnTo>
                    <a:pt x="4405757" y="0"/>
                  </a:lnTo>
                  <a:cubicBezTo>
                    <a:pt x="4415155" y="0"/>
                    <a:pt x="4422648" y="7620"/>
                    <a:pt x="4422648" y="16891"/>
                  </a:cubicBezTo>
                  <a:lnTo>
                    <a:pt x="4422648" y="212090"/>
                  </a:lnTo>
                  <a:cubicBezTo>
                    <a:pt x="4422648" y="221488"/>
                    <a:pt x="4415028" y="228981"/>
                    <a:pt x="4405757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4405757" y="195199"/>
                  </a:lnTo>
                  <a:lnTo>
                    <a:pt x="4405757" y="212090"/>
                  </a:lnTo>
                  <a:lnTo>
                    <a:pt x="4388866" y="212090"/>
                  </a:lnTo>
                  <a:lnTo>
                    <a:pt x="4388866" y="16891"/>
                  </a:lnTo>
                  <a:lnTo>
                    <a:pt x="4405757" y="16891"/>
                  </a:lnTo>
                  <a:lnTo>
                    <a:pt x="440575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5880" y="3931920"/>
            <a:ext cx="3291602" cy="823198"/>
            <a:chOff x="0" y="0"/>
            <a:chExt cx="4388802" cy="10975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88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11" r="0" b="-279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388802" cy="1107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Producer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25880" y="4754880"/>
            <a:ext cx="3291602" cy="640204"/>
            <a:chOff x="0" y="0"/>
            <a:chExt cx="4388802" cy="8536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8800" cy="853600"/>
            </a:xfrm>
            <a:custGeom>
              <a:avLst/>
              <a:gdLst/>
              <a:ahLst/>
              <a:cxnLst/>
              <a:rect r="r" b="b" t="t" l="l"/>
              <a:pathLst>
                <a:path h="853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853600"/>
                  </a:lnTo>
                  <a:lnTo>
                    <a:pt x="0" y="85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82" r="0" b="-501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388802" cy="901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envia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415277" y="3540757"/>
            <a:ext cx="3342399" cy="2062601"/>
            <a:chOff x="0" y="0"/>
            <a:chExt cx="4456532" cy="27501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3909" y="33909"/>
              <a:ext cx="4388739" cy="2682367"/>
            </a:xfrm>
            <a:custGeom>
              <a:avLst/>
              <a:gdLst/>
              <a:ahLst/>
              <a:cxnLst/>
              <a:rect r="r" b="b" t="t" l="l"/>
              <a:pathLst>
                <a:path h="2682367" w="4388739">
                  <a:moveTo>
                    <a:pt x="0" y="0"/>
                  </a:moveTo>
                  <a:lnTo>
                    <a:pt x="4388739" y="0"/>
                  </a:lnTo>
                  <a:lnTo>
                    <a:pt x="4388739" y="2682367"/>
                  </a:lnTo>
                  <a:lnTo>
                    <a:pt x="0" y="2682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56557" cy="2750185"/>
            </a:xfrm>
            <a:custGeom>
              <a:avLst/>
              <a:gdLst/>
              <a:ahLst/>
              <a:cxnLst/>
              <a:rect r="r" b="b" t="t" l="l"/>
              <a:pathLst>
                <a:path h="2750185" w="4456557">
                  <a:moveTo>
                    <a:pt x="33909" y="0"/>
                  </a:moveTo>
                  <a:lnTo>
                    <a:pt x="4422648" y="0"/>
                  </a:lnTo>
                  <a:cubicBezTo>
                    <a:pt x="4441317" y="0"/>
                    <a:pt x="4456557" y="15113"/>
                    <a:pt x="4456557" y="33909"/>
                  </a:cubicBezTo>
                  <a:lnTo>
                    <a:pt x="4456557" y="2716276"/>
                  </a:lnTo>
                  <a:cubicBezTo>
                    <a:pt x="4456557" y="2734945"/>
                    <a:pt x="4441444" y="2750185"/>
                    <a:pt x="4422648" y="2750185"/>
                  </a:cubicBezTo>
                  <a:lnTo>
                    <a:pt x="33909" y="2750185"/>
                  </a:lnTo>
                  <a:cubicBezTo>
                    <a:pt x="15240" y="2750185"/>
                    <a:pt x="0" y="2735072"/>
                    <a:pt x="0" y="271627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276"/>
                  </a:lnTo>
                  <a:lnTo>
                    <a:pt x="33909" y="2716276"/>
                  </a:lnTo>
                  <a:lnTo>
                    <a:pt x="33909" y="2682367"/>
                  </a:lnTo>
                  <a:lnTo>
                    <a:pt x="4422648" y="2682367"/>
                  </a:lnTo>
                  <a:lnTo>
                    <a:pt x="4422648" y="2716276"/>
                  </a:lnTo>
                  <a:lnTo>
                    <a:pt x="4388739" y="2716276"/>
                  </a:lnTo>
                  <a:lnTo>
                    <a:pt x="4388739" y="33909"/>
                  </a:lnTo>
                  <a:lnTo>
                    <a:pt x="4422648" y="33909"/>
                  </a:lnTo>
                  <a:lnTo>
                    <a:pt x="442264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27983" y="3553463"/>
            <a:ext cx="3316996" cy="171802"/>
            <a:chOff x="0" y="0"/>
            <a:chExt cx="4422661" cy="2290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4388866" cy="195199"/>
            </a:xfrm>
            <a:custGeom>
              <a:avLst/>
              <a:gdLst/>
              <a:ahLst/>
              <a:cxnLst/>
              <a:rect r="r" b="b" t="t" l="l"/>
              <a:pathLst>
                <a:path h="195199" w="4388866">
                  <a:moveTo>
                    <a:pt x="0" y="0"/>
                  </a:moveTo>
                  <a:lnTo>
                    <a:pt x="4388866" y="0"/>
                  </a:lnTo>
                  <a:lnTo>
                    <a:pt x="4388866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22648" cy="228983"/>
            </a:xfrm>
            <a:custGeom>
              <a:avLst/>
              <a:gdLst/>
              <a:ahLst/>
              <a:cxnLst/>
              <a:rect r="r" b="b" t="t" l="l"/>
              <a:pathLst>
                <a:path h="228983" w="4422648">
                  <a:moveTo>
                    <a:pt x="16891" y="0"/>
                  </a:moveTo>
                  <a:lnTo>
                    <a:pt x="4405757" y="0"/>
                  </a:lnTo>
                  <a:cubicBezTo>
                    <a:pt x="4415155" y="0"/>
                    <a:pt x="4422648" y="7620"/>
                    <a:pt x="4422648" y="16891"/>
                  </a:cubicBezTo>
                  <a:lnTo>
                    <a:pt x="4422648" y="212090"/>
                  </a:lnTo>
                  <a:cubicBezTo>
                    <a:pt x="4422648" y="221488"/>
                    <a:pt x="4415028" y="228981"/>
                    <a:pt x="4405757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4405757" y="195199"/>
                  </a:lnTo>
                  <a:lnTo>
                    <a:pt x="4405757" y="212090"/>
                  </a:lnTo>
                  <a:lnTo>
                    <a:pt x="4388866" y="212090"/>
                  </a:lnTo>
                  <a:lnTo>
                    <a:pt x="4388866" y="16891"/>
                  </a:lnTo>
                  <a:lnTo>
                    <a:pt x="4405757" y="16891"/>
                  </a:lnTo>
                  <a:lnTo>
                    <a:pt x="440575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40680" y="3931920"/>
            <a:ext cx="3291602" cy="823198"/>
            <a:chOff x="0" y="0"/>
            <a:chExt cx="4388802" cy="10975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888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11" r="0" b="-279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388802" cy="1107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Exchange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40680" y="4754880"/>
            <a:ext cx="3291602" cy="640204"/>
            <a:chOff x="0" y="0"/>
            <a:chExt cx="4388802" cy="8536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8800" cy="853600"/>
            </a:xfrm>
            <a:custGeom>
              <a:avLst/>
              <a:gdLst/>
              <a:ahLst/>
              <a:cxnLst/>
              <a:rect r="r" b="b" t="t" l="l"/>
              <a:pathLst>
                <a:path h="853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853600"/>
                  </a:lnTo>
                  <a:lnTo>
                    <a:pt x="0" y="85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82" r="0" b="-5018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388802" cy="901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roteia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30077" y="3540757"/>
            <a:ext cx="3342399" cy="2062601"/>
            <a:chOff x="0" y="0"/>
            <a:chExt cx="4456532" cy="27501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33909" y="33909"/>
              <a:ext cx="4388739" cy="2682367"/>
            </a:xfrm>
            <a:custGeom>
              <a:avLst/>
              <a:gdLst/>
              <a:ahLst/>
              <a:cxnLst/>
              <a:rect r="r" b="b" t="t" l="l"/>
              <a:pathLst>
                <a:path h="2682367" w="4388739">
                  <a:moveTo>
                    <a:pt x="0" y="0"/>
                  </a:moveTo>
                  <a:lnTo>
                    <a:pt x="4388739" y="0"/>
                  </a:lnTo>
                  <a:lnTo>
                    <a:pt x="4388739" y="2682367"/>
                  </a:lnTo>
                  <a:lnTo>
                    <a:pt x="0" y="2682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456557" cy="2750185"/>
            </a:xfrm>
            <a:custGeom>
              <a:avLst/>
              <a:gdLst/>
              <a:ahLst/>
              <a:cxnLst/>
              <a:rect r="r" b="b" t="t" l="l"/>
              <a:pathLst>
                <a:path h="2750185" w="4456557">
                  <a:moveTo>
                    <a:pt x="33909" y="0"/>
                  </a:moveTo>
                  <a:lnTo>
                    <a:pt x="4422648" y="0"/>
                  </a:lnTo>
                  <a:cubicBezTo>
                    <a:pt x="4441317" y="0"/>
                    <a:pt x="4456557" y="15113"/>
                    <a:pt x="4456557" y="33909"/>
                  </a:cubicBezTo>
                  <a:lnTo>
                    <a:pt x="4456557" y="2716276"/>
                  </a:lnTo>
                  <a:cubicBezTo>
                    <a:pt x="4456557" y="2734945"/>
                    <a:pt x="4441444" y="2750185"/>
                    <a:pt x="4422648" y="2750185"/>
                  </a:cubicBezTo>
                  <a:lnTo>
                    <a:pt x="33909" y="2750185"/>
                  </a:lnTo>
                  <a:cubicBezTo>
                    <a:pt x="15240" y="2750185"/>
                    <a:pt x="0" y="2735072"/>
                    <a:pt x="0" y="271627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276"/>
                  </a:lnTo>
                  <a:lnTo>
                    <a:pt x="33909" y="2716276"/>
                  </a:lnTo>
                  <a:lnTo>
                    <a:pt x="33909" y="2682367"/>
                  </a:lnTo>
                  <a:lnTo>
                    <a:pt x="4422648" y="2682367"/>
                  </a:lnTo>
                  <a:lnTo>
                    <a:pt x="4422648" y="2716276"/>
                  </a:lnTo>
                  <a:lnTo>
                    <a:pt x="4388739" y="2716276"/>
                  </a:lnTo>
                  <a:lnTo>
                    <a:pt x="4388739" y="33909"/>
                  </a:lnTo>
                  <a:lnTo>
                    <a:pt x="4422648" y="33909"/>
                  </a:lnTo>
                  <a:lnTo>
                    <a:pt x="442264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542783" y="3553463"/>
            <a:ext cx="3316996" cy="171802"/>
            <a:chOff x="0" y="0"/>
            <a:chExt cx="4422661" cy="2290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4388866" cy="195199"/>
            </a:xfrm>
            <a:custGeom>
              <a:avLst/>
              <a:gdLst/>
              <a:ahLst/>
              <a:cxnLst/>
              <a:rect r="r" b="b" t="t" l="l"/>
              <a:pathLst>
                <a:path h="195199" w="4388866">
                  <a:moveTo>
                    <a:pt x="0" y="0"/>
                  </a:moveTo>
                  <a:lnTo>
                    <a:pt x="4388866" y="0"/>
                  </a:lnTo>
                  <a:lnTo>
                    <a:pt x="4388866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22648" cy="228983"/>
            </a:xfrm>
            <a:custGeom>
              <a:avLst/>
              <a:gdLst/>
              <a:ahLst/>
              <a:cxnLst/>
              <a:rect r="r" b="b" t="t" l="l"/>
              <a:pathLst>
                <a:path h="228983" w="4422648">
                  <a:moveTo>
                    <a:pt x="16891" y="0"/>
                  </a:moveTo>
                  <a:lnTo>
                    <a:pt x="4405757" y="0"/>
                  </a:lnTo>
                  <a:cubicBezTo>
                    <a:pt x="4415155" y="0"/>
                    <a:pt x="4422648" y="7620"/>
                    <a:pt x="4422648" y="16891"/>
                  </a:cubicBezTo>
                  <a:lnTo>
                    <a:pt x="4422648" y="212090"/>
                  </a:lnTo>
                  <a:cubicBezTo>
                    <a:pt x="4422648" y="221488"/>
                    <a:pt x="4415028" y="228981"/>
                    <a:pt x="4405757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4405757" y="195199"/>
                  </a:lnTo>
                  <a:lnTo>
                    <a:pt x="4405757" y="212090"/>
                  </a:lnTo>
                  <a:lnTo>
                    <a:pt x="4388866" y="212090"/>
                  </a:lnTo>
                  <a:lnTo>
                    <a:pt x="4388866" y="16891"/>
                  </a:lnTo>
                  <a:lnTo>
                    <a:pt x="4405757" y="16891"/>
                  </a:lnTo>
                  <a:lnTo>
                    <a:pt x="440575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555480" y="3931920"/>
            <a:ext cx="3291602" cy="823198"/>
            <a:chOff x="0" y="0"/>
            <a:chExt cx="4388802" cy="10975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88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11" r="0" b="-2791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388802" cy="1107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Queue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55480" y="4754880"/>
            <a:ext cx="3291602" cy="640204"/>
            <a:chOff x="0" y="0"/>
            <a:chExt cx="4388802" cy="85360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8800" cy="853600"/>
            </a:xfrm>
            <a:custGeom>
              <a:avLst/>
              <a:gdLst/>
              <a:ahLst/>
              <a:cxnLst/>
              <a:rect r="r" b="b" t="t" l="l"/>
              <a:pathLst>
                <a:path h="853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853600"/>
                  </a:lnTo>
                  <a:lnTo>
                    <a:pt x="0" y="85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82" r="0" b="-5018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388802" cy="901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armazena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644877" y="3540757"/>
            <a:ext cx="3342399" cy="2062601"/>
            <a:chOff x="0" y="0"/>
            <a:chExt cx="4456532" cy="27501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33909" y="33909"/>
              <a:ext cx="4388739" cy="2682367"/>
            </a:xfrm>
            <a:custGeom>
              <a:avLst/>
              <a:gdLst/>
              <a:ahLst/>
              <a:cxnLst/>
              <a:rect r="r" b="b" t="t" l="l"/>
              <a:pathLst>
                <a:path h="2682367" w="4388739">
                  <a:moveTo>
                    <a:pt x="0" y="0"/>
                  </a:moveTo>
                  <a:lnTo>
                    <a:pt x="4388739" y="0"/>
                  </a:lnTo>
                  <a:lnTo>
                    <a:pt x="4388739" y="2682367"/>
                  </a:lnTo>
                  <a:lnTo>
                    <a:pt x="0" y="2682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56557" cy="2750185"/>
            </a:xfrm>
            <a:custGeom>
              <a:avLst/>
              <a:gdLst/>
              <a:ahLst/>
              <a:cxnLst/>
              <a:rect r="r" b="b" t="t" l="l"/>
              <a:pathLst>
                <a:path h="2750185" w="4456557">
                  <a:moveTo>
                    <a:pt x="33909" y="0"/>
                  </a:moveTo>
                  <a:lnTo>
                    <a:pt x="4422648" y="0"/>
                  </a:lnTo>
                  <a:cubicBezTo>
                    <a:pt x="4441317" y="0"/>
                    <a:pt x="4456557" y="15113"/>
                    <a:pt x="4456557" y="33909"/>
                  </a:cubicBezTo>
                  <a:lnTo>
                    <a:pt x="4456557" y="2716276"/>
                  </a:lnTo>
                  <a:cubicBezTo>
                    <a:pt x="4456557" y="2734945"/>
                    <a:pt x="4441444" y="2750185"/>
                    <a:pt x="4422648" y="2750185"/>
                  </a:cubicBezTo>
                  <a:lnTo>
                    <a:pt x="33909" y="2750185"/>
                  </a:lnTo>
                  <a:cubicBezTo>
                    <a:pt x="15240" y="2750185"/>
                    <a:pt x="0" y="2735072"/>
                    <a:pt x="0" y="271627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716276"/>
                  </a:lnTo>
                  <a:lnTo>
                    <a:pt x="33909" y="2716276"/>
                  </a:lnTo>
                  <a:lnTo>
                    <a:pt x="33909" y="2682367"/>
                  </a:lnTo>
                  <a:lnTo>
                    <a:pt x="4422648" y="2682367"/>
                  </a:lnTo>
                  <a:lnTo>
                    <a:pt x="4422648" y="2716276"/>
                  </a:lnTo>
                  <a:lnTo>
                    <a:pt x="4388739" y="2716276"/>
                  </a:lnTo>
                  <a:lnTo>
                    <a:pt x="4388739" y="33909"/>
                  </a:lnTo>
                  <a:lnTo>
                    <a:pt x="4422648" y="33909"/>
                  </a:lnTo>
                  <a:lnTo>
                    <a:pt x="442264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657583" y="3553463"/>
            <a:ext cx="3316996" cy="171802"/>
            <a:chOff x="0" y="0"/>
            <a:chExt cx="4422661" cy="2290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4388866" cy="195199"/>
            </a:xfrm>
            <a:custGeom>
              <a:avLst/>
              <a:gdLst/>
              <a:ahLst/>
              <a:cxnLst/>
              <a:rect r="r" b="b" t="t" l="l"/>
              <a:pathLst>
                <a:path h="195199" w="4388866">
                  <a:moveTo>
                    <a:pt x="0" y="0"/>
                  </a:moveTo>
                  <a:lnTo>
                    <a:pt x="4388866" y="0"/>
                  </a:lnTo>
                  <a:lnTo>
                    <a:pt x="4388866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22648" cy="228983"/>
            </a:xfrm>
            <a:custGeom>
              <a:avLst/>
              <a:gdLst/>
              <a:ahLst/>
              <a:cxnLst/>
              <a:rect r="r" b="b" t="t" l="l"/>
              <a:pathLst>
                <a:path h="228983" w="4422648">
                  <a:moveTo>
                    <a:pt x="16891" y="0"/>
                  </a:moveTo>
                  <a:lnTo>
                    <a:pt x="4405757" y="0"/>
                  </a:lnTo>
                  <a:cubicBezTo>
                    <a:pt x="4415155" y="0"/>
                    <a:pt x="4422648" y="7620"/>
                    <a:pt x="4422648" y="16891"/>
                  </a:cubicBezTo>
                  <a:lnTo>
                    <a:pt x="4422648" y="212090"/>
                  </a:lnTo>
                  <a:cubicBezTo>
                    <a:pt x="4422648" y="221488"/>
                    <a:pt x="4415028" y="228981"/>
                    <a:pt x="4405757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4405757" y="195199"/>
                  </a:lnTo>
                  <a:lnTo>
                    <a:pt x="4405757" y="212090"/>
                  </a:lnTo>
                  <a:lnTo>
                    <a:pt x="4388866" y="212090"/>
                  </a:lnTo>
                  <a:lnTo>
                    <a:pt x="4388866" y="16891"/>
                  </a:lnTo>
                  <a:lnTo>
                    <a:pt x="4405757" y="16891"/>
                  </a:lnTo>
                  <a:lnTo>
                    <a:pt x="440575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70280" y="3931920"/>
            <a:ext cx="3291602" cy="823198"/>
            <a:chOff x="0" y="0"/>
            <a:chExt cx="4388802" cy="109759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3888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11" r="0" b="-2791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388802" cy="1107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Consumer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670280" y="4754880"/>
            <a:ext cx="3291602" cy="640204"/>
            <a:chOff x="0" y="0"/>
            <a:chExt cx="4388802" cy="8536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88800" cy="853600"/>
            </a:xfrm>
            <a:custGeom>
              <a:avLst/>
              <a:gdLst/>
              <a:ahLst/>
              <a:cxnLst/>
              <a:rect r="r" b="b" t="t" l="l"/>
              <a:pathLst>
                <a:path h="8536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853600"/>
                  </a:lnTo>
                  <a:lnTo>
                    <a:pt x="0" y="85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82" r="0" b="-5018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4388802" cy="901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consome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199560">
            <a:off x="4591583" y="4562475"/>
            <a:ext cx="875471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 rot="199560">
            <a:off x="8706383" y="4562475"/>
            <a:ext cx="875471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rot="199560">
            <a:off x="12821183" y="4562475"/>
            <a:ext cx="875471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0" id="60"/>
          <p:cNvGrpSpPr/>
          <p:nvPr/>
        </p:nvGrpSpPr>
        <p:grpSpPr>
          <a:xfrm rot="0">
            <a:off x="8046720" y="5669280"/>
            <a:ext cx="2194798" cy="457200"/>
            <a:chOff x="0" y="0"/>
            <a:chExt cx="2926398" cy="609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2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926400">
                  <a:moveTo>
                    <a:pt x="0" y="0"/>
                  </a:moveTo>
                  <a:lnTo>
                    <a:pt x="2926400" y="0"/>
                  </a:lnTo>
                  <a:lnTo>
                    <a:pt x="292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38" r="0" b="-4353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926398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i="true">
                  <a:solidFill>
                    <a:srgbClr val="F26522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routing key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4400" y="6400800"/>
            <a:ext cx="3840604" cy="548402"/>
            <a:chOff x="0" y="0"/>
            <a:chExt cx="5120805" cy="73120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800" cy="731200"/>
            </a:xfrm>
            <a:custGeom>
              <a:avLst/>
              <a:gdLst/>
              <a:ahLst/>
              <a:cxnLst/>
              <a:rect r="r" b="b" t="t" l="l"/>
              <a:pathLst>
                <a:path h="7312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59" r="0" b="-8645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120805" cy="74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Producer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4400" y="6986016"/>
            <a:ext cx="3840604" cy="1920002"/>
            <a:chOff x="0" y="0"/>
            <a:chExt cx="5120805" cy="256000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120800" cy="2560000"/>
            </a:xfrm>
            <a:custGeom>
              <a:avLst/>
              <a:gdLst/>
              <a:ahLst/>
              <a:cxnLst/>
              <a:rect r="r" b="b" t="t" l="l"/>
              <a:pathLst>
                <a:path h="25600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2560000"/>
                  </a:lnTo>
                  <a:lnTo>
                    <a:pt x="0" y="256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41" t="0" r="-14141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120805" cy="2598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Aplicação que envia mensagens ao broker.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029200" y="6400800"/>
            <a:ext cx="3840604" cy="548402"/>
            <a:chOff x="0" y="0"/>
            <a:chExt cx="5120805" cy="73120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0800" cy="731200"/>
            </a:xfrm>
            <a:custGeom>
              <a:avLst/>
              <a:gdLst/>
              <a:ahLst/>
              <a:cxnLst/>
              <a:rect r="r" b="b" t="t" l="l"/>
              <a:pathLst>
                <a:path h="7312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59" r="0" b="-8645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5120805" cy="74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Exchange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029200" y="6986016"/>
            <a:ext cx="3840604" cy="1920002"/>
            <a:chOff x="0" y="0"/>
            <a:chExt cx="5120805" cy="256000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20800" cy="2560000"/>
            </a:xfrm>
            <a:custGeom>
              <a:avLst/>
              <a:gdLst/>
              <a:ahLst/>
              <a:cxnLst/>
              <a:rect r="r" b="b" t="t" l="l"/>
              <a:pathLst>
                <a:path h="25600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2560000"/>
                  </a:lnTo>
                  <a:lnTo>
                    <a:pt x="0" y="256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41" t="0" r="-1414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120805" cy="2598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Recebe e roteia conforme a routing key e o tipo (direct, fanout, topic, headers).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0" y="6400800"/>
            <a:ext cx="3840604" cy="548402"/>
            <a:chOff x="0" y="0"/>
            <a:chExt cx="5120805" cy="73120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20800" cy="731200"/>
            </a:xfrm>
            <a:custGeom>
              <a:avLst/>
              <a:gdLst/>
              <a:ahLst/>
              <a:cxnLst/>
              <a:rect r="r" b="b" t="t" l="l"/>
              <a:pathLst>
                <a:path h="7312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59" r="0" b="-8645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5120805" cy="74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Queue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44000" y="6986016"/>
            <a:ext cx="3840604" cy="1920002"/>
            <a:chOff x="0" y="0"/>
            <a:chExt cx="5120805" cy="256000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20800" cy="2560000"/>
            </a:xfrm>
            <a:custGeom>
              <a:avLst/>
              <a:gdLst/>
              <a:ahLst/>
              <a:cxnLst/>
              <a:rect r="r" b="b" t="t" l="l"/>
              <a:pathLst>
                <a:path h="25600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2560000"/>
                  </a:lnTo>
                  <a:lnTo>
                    <a:pt x="0" y="256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41" t="0" r="-14141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120805" cy="2598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Armazena mensagens até o consumo; pode ser durável e persistente.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258800" y="6400800"/>
            <a:ext cx="3840604" cy="548402"/>
            <a:chOff x="0" y="0"/>
            <a:chExt cx="5120805" cy="73120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20800" cy="731200"/>
            </a:xfrm>
            <a:custGeom>
              <a:avLst/>
              <a:gdLst/>
              <a:ahLst/>
              <a:cxnLst/>
              <a:rect r="r" b="b" t="t" l="l"/>
              <a:pathLst>
                <a:path h="7312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59" r="0" b="-8645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5120805" cy="74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b="true" sz="23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Consumer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258800" y="6986016"/>
            <a:ext cx="3840604" cy="1920002"/>
            <a:chOff x="0" y="0"/>
            <a:chExt cx="5120805" cy="256000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120800" cy="2560000"/>
            </a:xfrm>
            <a:custGeom>
              <a:avLst/>
              <a:gdLst/>
              <a:ahLst/>
              <a:cxnLst/>
              <a:rect r="r" b="b" t="t" l="l"/>
              <a:pathLst>
                <a:path h="25600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2560000"/>
                  </a:lnTo>
                  <a:lnTo>
                    <a:pt x="0" y="256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41" t="0" r="-14141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5120805" cy="2598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Aplicação que conecta a uma fila e processa as mensagens.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5038" r="0" b="9961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15355" r="0" b="10330"/>
          <a:stretch>
            <a:fillRect/>
          </a:stretch>
        </p:blipFill>
        <p:spPr>
          <a:xfrm flipH="false" flipV="false" rot="0">
            <a:off x="0" y="47087"/>
            <a:ext cx="18288000" cy="101928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4989" r="0" b="9841"/>
          <a:stretch>
            <a:fillRect/>
          </a:stretch>
        </p:blipFill>
        <p:spPr>
          <a:xfrm flipH="false" flipV="false" rot="0">
            <a:off x="10245" y="-11552"/>
            <a:ext cx="18267509" cy="102985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 RPC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5350" y="2614422"/>
            <a:ext cx="4793104" cy="4793104"/>
            <a:chOff x="0" y="0"/>
            <a:chExt cx="6390805" cy="6390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400" y="25400"/>
              <a:ext cx="6339967" cy="6339967"/>
            </a:xfrm>
            <a:custGeom>
              <a:avLst/>
              <a:gdLst/>
              <a:ahLst/>
              <a:cxnLst/>
              <a:rect r="r" b="b" t="t" l="l"/>
              <a:pathLst>
                <a:path h="6339967" w="6339967">
                  <a:moveTo>
                    <a:pt x="0" y="0"/>
                  </a:moveTo>
                  <a:lnTo>
                    <a:pt x="6339967" y="0"/>
                  </a:lnTo>
                  <a:lnTo>
                    <a:pt x="6339967" y="6339967"/>
                  </a:lnTo>
                  <a:lnTo>
                    <a:pt x="0" y="6339967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90767" cy="6390767"/>
            </a:xfrm>
            <a:custGeom>
              <a:avLst/>
              <a:gdLst/>
              <a:ahLst/>
              <a:cxnLst/>
              <a:rect r="r" b="b" t="t" l="l"/>
              <a:pathLst>
                <a:path h="6390767" w="6390767">
                  <a:moveTo>
                    <a:pt x="25400" y="0"/>
                  </a:moveTo>
                  <a:lnTo>
                    <a:pt x="6365367" y="0"/>
                  </a:lnTo>
                  <a:cubicBezTo>
                    <a:pt x="6379337" y="0"/>
                    <a:pt x="6390767" y="11430"/>
                    <a:pt x="6390767" y="25400"/>
                  </a:cubicBezTo>
                  <a:lnTo>
                    <a:pt x="6390767" y="6365367"/>
                  </a:lnTo>
                  <a:cubicBezTo>
                    <a:pt x="6390767" y="6379337"/>
                    <a:pt x="6379337" y="6390767"/>
                    <a:pt x="6365367" y="6390767"/>
                  </a:cubicBezTo>
                  <a:lnTo>
                    <a:pt x="25400" y="6390767"/>
                  </a:lnTo>
                  <a:cubicBezTo>
                    <a:pt x="11430" y="6390767"/>
                    <a:pt x="0" y="6379337"/>
                    <a:pt x="0" y="636536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365367"/>
                  </a:lnTo>
                  <a:lnTo>
                    <a:pt x="25400" y="6365367"/>
                  </a:lnTo>
                  <a:lnTo>
                    <a:pt x="25400" y="6339967"/>
                  </a:lnTo>
                  <a:lnTo>
                    <a:pt x="6365367" y="6339967"/>
                  </a:lnTo>
                  <a:lnTo>
                    <a:pt x="6365367" y="6365367"/>
                  </a:lnTo>
                  <a:lnTo>
                    <a:pt x="6339967" y="6365367"/>
                  </a:lnTo>
                  <a:lnTo>
                    <a:pt x="6339967" y="25400"/>
                  </a:lnTo>
                  <a:lnTo>
                    <a:pt x="6365367" y="25400"/>
                  </a:lnTo>
                  <a:lnTo>
                    <a:pt x="636536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2620766"/>
            <a:ext cx="4780397" cy="610400"/>
            <a:chOff x="0" y="0"/>
            <a:chExt cx="6373863" cy="8138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6340094" cy="780034"/>
            </a:xfrm>
            <a:custGeom>
              <a:avLst/>
              <a:gdLst/>
              <a:ahLst/>
              <a:cxnLst/>
              <a:rect r="r" b="b" t="t" l="l"/>
              <a:pathLst>
                <a:path h="780034" w="6340094">
                  <a:moveTo>
                    <a:pt x="0" y="0"/>
                  </a:moveTo>
                  <a:lnTo>
                    <a:pt x="6340094" y="0"/>
                  </a:lnTo>
                  <a:lnTo>
                    <a:pt x="6340094" y="780034"/>
                  </a:lnTo>
                  <a:lnTo>
                    <a:pt x="0" y="780034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73876" cy="813816"/>
            </a:xfrm>
            <a:custGeom>
              <a:avLst/>
              <a:gdLst/>
              <a:ahLst/>
              <a:cxnLst/>
              <a:rect r="r" b="b" t="t" l="l"/>
              <a:pathLst>
                <a:path h="813816" w="6373876">
                  <a:moveTo>
                    <a:pt x="16891" y="0"/>
                  </a:moveTo>
                  <a:lnTo>
                    <a:pt x="6356985" y="0"/>
                  </a:lnTo>
                  <a:cubicBezTo>
                    <a:pt x="6366383" y="0"/>
                    <a:pt x="6373876" y="7620"/>
                    <a:pt x="6373876" y="16891"/>
                  </a:cubicBezTo>
                  <a:lnTo>
                    <a:pt x="6373876" y="796925"/>
                  </a:lnTo>
                  <a:cubicBezTo>
                    <a:pt x="6373876" y="806323"/>
                    <a:pt x="6366256" y="813816"/>
                    <a:pt x="6356985" y="813816"/>
                  </a:cubicBezTo>
                  <a:lnTo>
                    <a:pt x="16891" y="813816"/>
                  </a:lnTo>
                  <a:cubicBezTo>
                    <a:pt x="7620" y="813816"/>
                    <a:pt x="0" y="806323"/>
                    <a:pt x="0" y="79692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6925"/>
                  </a:lnTo>
                  <a:lnTo>
                    <a:pt x="16891" y="796925"/>
                  </a:lnTo>
                  <a:lnTo>
                    <a:pt x="16891" y="780034"/>
                  </a:lnTo>
                  <a:lnTo>
                    <a:pt x="6356985" y="780034"/>
                  </a:lnTo>
                  <a:lnTo>
                    <a:pt x="6356985" y="796925"/>
                  </a:lnTo>
                  <a:lnTo>
                    <a:pt x="6340094" y="796925"/>
                  </a:lnTo>
                  <a:lnTo>
                    <a:pt x="6340094" y="16891"/>
                  </a:lnTo>
                  <a:lnTo>
                    <a:pt x="6356985" y="16891"/>
                  </a:lnTo>
                  <a:lnTo>
                    <a:pt x="635698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2633472"/>
            <a:ext cx="4755004" cy="584997"/>
            <a:chOff x="0" y="0"/>
            <a:chExt cx="6340005" cy="7799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40000" cy="780000"/>
            </a:xfrm>
            <a:custGeom>
              <a:avLst/>
              <a:gdLst/>
              <a:ahLst/>
              <a:cxnLst/>
              <a:rect r="r" b="b" t="t" l="l"/>
              <a:pathLst>
                <a:path h="7800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78" r="0" b="-10837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340005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MÁQUINA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456432"/>
            <a:ext cx="4755004" cy="823198"/>
            <a:chOff x="0" y="0"/>
            <a:chExt cx="6340005" cy="10975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400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50" r="0" b="-625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340005" cy="111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3223" y="4541006"/>
            <a:ext cx="3316996" cy="1305801"/>
            <a:chOff x="0" y="0"/>
            <a:chExt cx="4422661" cy="17410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7018"/>
              <a:ext cx="4388866" cy="1707134"/>
            </a:xfrm>
            <a:custGeom>
              <a:avLst/>
              <a:gdLst/>
              <a:ahLst/>
              <a:cxnLst/>
              <a:rect r="r" b="b" t="t" l="l"/>
              <a:pathLst>
                <a:path h="1707134" w="4388866">
                  <a:moveTo>
                    <a:pt x="0" y="195072"/>
                  </a:moveTo>
                  <a:cubicBezTo>
                    <a:pt x="0" y="87249"/>
                    <a:pt x="88392" y="0"/>
                    <a:pt x="197485" y="0"/>
                  </a:cubicBezTo>
                  <a:lnTo>
                    <a:pt x="4191381" y="0"/>
                  </a:lnTo>
                  <a:cubicBezTo>
                    <a:pt x="4300474" y="0"/>
                    <a:pt x="4388866" y="87376"/>
                    <a:pt x="4388866" y="195072"/>
                  </a:cubicBezTo>
                  <a:lnTo>
                    <a:pt x="4388866" y="1512062"/>
                  </a:lnTo>
                  <a:cubicBezTo>
                    <a:pt x="4388866" y="1619885"/>
                    <a:pt x="4300474" y="1707134"/>
                    <a:pt x="4191381" y="1707134"/>
                  </a:cubicBezTo>
                  <a:lnTo>
                    <a:pt x="197485" y="1707134"/>
                  </a:lnTo>
                  <a:cubicBezTo>
                    <a:pt x="88392" y="1707134"/>
                    <a:pt x="0" y="1619758"/>
                    <a:pt x="0" y="15120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22648" cy="1741170"/>
            </a:xfrm>
            <a:custGeom>
              <a:avLst/>
              <a:gdLst/>
              <a:ahLst/>
              <a:cxnLst/>
              <a:rect r="r" b="b" t="t" l="l"/>
              <a:pathLst>
                <a:path h="1741170" w="4422648">
                  <a:moveTo>
                    <a:pt x="0" y="212090"/>
                  </a:moveTo>
                  <a:cubicBezTo>
                    <a:pt x="0" y="94742"/>
                    <a:pt x="96139" y="0"/>
                    <a:pt x="214376" y="0"/>
                  </a:cubicBezTo>
                  <a:lnTo>
                    <a:pt x="4208272" y="0"/>
                  </a:lnTo>
                  <a:lnTo>
                    <a:pt x="4208272" y="16891"/>
                  </a:lnTo>
                  <a:lnTo>
                    <a:pt x="4208272" y="0"/>
                  </a:lnTo>
                  <a:cubicBezTo>
                    <a:pt x="4326509" y="0"/>
                    <a:pt x="4422648" y="94742"/>
                    <a:pt x="4422648" y="212090"/>
                  </a:cubicBezTo>
                  <a:lnTo>
                    <a:pt x="4405757" y="212090"/>
                  </a:lnTo>
                  <a:lnTo>
                    <a:pt x="4422648" y="212090"/>
                  </a:lnTo>
                  <a:lnTo>
                    <a:pt x="4422648" y="1529080"/>
                  </a:lnTo>
                  <a:lnTo>
                    <a:pt x="4405757" y="1529080"/>
                  </a:lnTo>
                  <a:lnTo>
                    <a:pt x="4422648" y="1529080"/>
                  </a:lnTo>
                  <a:cubicBezTo>
                    <a:pt x="4422648" y="1646428"/>
                    <a:pt x="4326509" y="1741170"/>
                    <a:pt x="4208272" y="1741170"/>
                  </a:cubicBezTo>
                  <a:lnTo>
                    <a:pt x="4208272" y="1724279"/>
                  </a:lnTo>
                  <a:lnTo>
                    <a:pt x="4208272" y="1741170"/>
                  </a:lnTo>
                  <a:lnTo>
                    <a:pt x="214376" y="1741170"/>
                  </a:lnTo>
                  <a:lnTo>
                    <a:pt x="214376" y="1724279"/>
                  </a:lnTo>
                  <a:lnTo>
                    <a:pt x="214376" y="1741170"/>
                  </a:lnTo>
                  <a:cubicBezTo>
                    <a:pt x="96139" y="1741043"/>
                    <a:pt x="0" y="1646301"/>
                    <a:pt x="0" y="1529080"/>
                  </a:cubicBezTo>
                  <a:lnTo>
                    <a:pt x="0" y="212090"/>
                  </a:lnTo>
                  <a:lnTo>
                    <a:pt x="16891" y="212090"/>
                  </a:lnTo>
                  <a:lnTo>
                    <a:pt x="0" y="212090"/>
                  </a:lnTo>
                  <a:moveTo>
                    <a:pt x="33909" y="212090"/>
                  </a:moveTo>
                  <a:lnTo>
                    <a:pt x="33909" y="1529080"/>
                  </a:lnTo>
                  <a:lnTo>
                    <a:pt x="16891" y="1529080"/>
                  </a:lnTo>
                  <a:lnTo>
                    <a:pt x="33909" y="1529080"/>
                  </a:lnTo>
                  <a:cubicBezTo>
                    <a:pt x="33909" y="1627251"/>
                    <a:pt x="114554" y="1707261"/>
                    <a:pt x="214376" y="1707261"/>
                  </a:cubicBezTo>
                  <a:lnTo>
                    <a:pt x="4208272" y="1707261"/>
                  </a:lnTo>
                  <a:cubicBezTo>
                    <a:pt x="4308221" y="1707261"/>
                    <a:pt x="4388739" y="1627251"/>
                    <a:pt x="4388739" y="1529080"/>
                  </a:cubicBezTo>
                  <a:lnTo>
                    <a:pt x="4388739" y="212090"/>
                  </a:lnTo>
                  <a:cubicBezTo>
                    <a:pt x="4388739" y="113919"/>
                    <a:pt x="4308094" y="33909"/>
                    <a:pt x="4208272" y="33909"/>
                  </a:cubicBezTo>
                  <a:lnTo>
                    <a:pt x="214376" y="33909"/>
                  </a:lnTo>
                  <a:lnTo>
                    <a:pt x="214376" y="16891"/>
                  </a:lnTo>
                  <a:lnTo>
                    <a:pt x="214376" y="33909"/>
                  </a:lnTo>
                  <a:cubicBezTo>
                    <a:pt x="114554" y="33909"/>
                    <a:pt x="33909" y="113792"/>
                    <a:pt x="33909" y="21209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4553712"/>
            <a:ext cx="3291602" cy="731396"/>
            <a:chOff x="0" y="0"/>
            <a:chExt cx="4388802" cy="9751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8800" cy="975200"/>
            </a:xfrm>
            <a:custGeom>
              <a:avLst/>
              <a:gdLst/>
              <a:ahLst/>
              <a:cxnLst/>
              <a:rect r="r" b="b" t="t" l="l"/>
              <a:pathLst>
                <a:path h="9752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90" r="0" b="-3769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388802" cy="102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Aplicação Cliente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45920" y="5193792"/>
            <a:ext cx="3291602" cy="584997"/>
            <a:chOff x="0" y="0"/>
            <a:chExt cx="4388802" cy="7799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8800" cy="780000"/>
            </a:xfrm>
            <a:custGeom>
              <a:avLst/>
              <a:gdLst/>
              <a:ahLst/>
              <a:cxnLst/>
              <a:rect r="r" b="b" t="t" l="l"/>
              <a:pathLst>
                <a:path h="7800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36" r="0" b="-596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388802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C#/.NET + RabbitMQ.Client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6656832"/>
            <a:ext cx="4755004" cy="548402"/>
            <a:chOff x="0" y="0"/>
            <a:chExt cx="6340005" cy="7312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40000" cy="731200"/>
            </a:xfrm>
            <a:custGeom>
              <a:avLst/>
              <a:gdLst/>
              <a:ahLst/>
              <a:cxnLst/>
              <a:rect r="r" b="b" t="t" l="l"/>
              <a:pathLst>
                <a:path h="7312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48" r="0" b="-1189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40005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 A · porta dinâmica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53863" y="2620766"/>
            <a:ext cx="4780397" cy="4780397"/>
            <a:chOff x="0" y="0"/>
            <a:chExt cx="6373863" cy="63738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6340094" cy="6340094"/>
            </a:xfrm>
            <a:custGeom>
              <a:avLst/>
              <a:gdLst/>
              <a:ahLst/>
              <a:cxnLst/>
              <a:rect r="r" b="b" t="t" l="l"/>
              <a:pathLst>
                <a:path h="6340094" w="6340094">
                  <a:moveTo>
                    <a:pt x="0" y="0"/>
                  </a:moveTo>
                  <a:lnTo>
                    <a:pt x="6340094" y="0"/>
                  </a:lnTo>
                  <a:lnTo>
                    <a:pt x="6340094" y="6340094"/>
                  </a:lnTo>
                  <a:lnTo>
                    <a:pt x="0" y="6340094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73876" cy="6373876"/>
            </a:xfrm>
            <a:custGeom>
              <a:avLst/>
              <a:gdLst/>
              <a:ahLst/>
              <a:cxnLst/>
              <a:rect r="r" b="b" t="t" l="l"/>
              <a:pathLst>
                <a:path h="6373876" w="6373876">
                  <a:moveTo>
                    <a:pt x="16891" y="0"/>
                  </a:moveTo>
                  <a:lnTo>
                    <a:pt x="6356985" y="0"/>
                  </a:lnTo>
                  <a:cubicBezTo>
                    <a:pt x="6366383" y="0"/>
                    <a:pt x="6373876" y="7620"/>
                    <a:pt x="6373876" y="16891"/>
                  </a:cubicBezTo>
                  <a:lnTo>
                    <a:pt x="6373876" y="6356985"/>
                  </a:lnTo>
                  <a:cubicBezTo>
                    <a:pt x="6373876" y="6366383"/>
                    <a:pt x="6366256" y="6373876"/>
                    <a:pt x="6356985" y="6373876"/>
                  </a:cubicBezTo>
                  <a:lnTo>
                    <a:pt x="16891" y="6373876"/>
                  </a:lnTo>
                  <a:cubicBezTo>
                    <a:pt x="7493" y="6373876"/>
                    <a:pt x="0" y="6366256"/>
                    <a:pt x="0" y="635698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985"/>
                  </a:lnTo>
                  <a:lnTo>
                    <a:pt x="16891" y="6356985"/>
                  </a:lnTo>
                  <a:lnTo>
                    <a:pt x="16891" y="6340094"/>
                  </a:lnTo>
                  <a:lnTo>
                    <a:pt x="6356985" y="6340094"/>
                  </a:lnTo>
                  <a:lnTo>
                    <a:pt x="6356985" y="6356985"/>
                  </a:lnTo>
                  <a:lnTo>
                    <a:pt x="6340094" y="6356985"/>
                  </a:lnTo>
                  <a:lnTo>
                    <a:pt x="6340094" y="16891"/>
                  </a:lnTo>
                  <a:lnTo>
                    <a:pt x="6356985" y="16891"/>
                  </a:lnTo>
                  <a:lnTo>
                    <a:pt x="635698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66560" y="2962656"/>
            <a:ext cx="4755004" cy="584997"/>
            <a:chOff x="0" y="0"/>
            <a:chExt cx="6340005" cy="7799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40000" cy="780000"/>
            </a:xfrm>
            <a:custGeom>
              <a:avLst/>
              <a:gdLst/>
              <a:ahLst/>
              <a:cxnLst/>
              <a:rect r="r" b="b" t="t" l="l"/>
              <a:pathLst>
                <a:path h="7800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78" r="0" b="-10837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340005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DE5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BROKER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66560" y="3639312"/>
            <a:ext cx="4755004" cy="914400"/>
            <a:chOff x="0" y="0"/>
            <a:chExt cx="6340005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4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4" r="0" b="-5132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340005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RabbitMQ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11063" y="4778750"/>
            <a:ext cx="3865997" cy="793404"/>
            <a:chOff x="0" y="0"/>
            <a:chExt cx="5154663" cy="10578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5120767" cy="1024001"/>
            </a:xfrm>
            <a:custGeom>
              <a:avLst/>
              <a:gdLst/>
              <a:ahLst/>
              <a:cxnLst/>
              <a:rect r="r" b="b" t="t" l="l"/>
              <a:pathLst>
                <a:path h="1024001" w="5120767">
                  <a:moveTo>
                    <a:pt x="0" y="195072"/>
                  </a:moveTo>
                  <a:cubicBezTo>
                    <a:pt x="0" y="87376"/>
                    <a:pt x="89662" y="0"/>
                    <a:pt x="200279" y="0"/>
                  </a:cubicBezTo>
                  <a:lnTo>
                    <a:pt x="4920615" y="0"/>
                  </a:lnTo>
                  <a:cubicBezTo>
                    <a:pt x="5031232" y="0"/>
                    <a:pt x="5120767" y="87376"/>
                    <a:pt x="5120767" y="195072"/>
                  </a:cubicBezTo>
                  <a:lnTo>
                    <a:pt x="5120767" y="828929"/>
                  </a:lnTo>
                  <a:cubicBezTo>
                    <a:pt x="5120767" y="936625"/>
                    <a:pt x="5031105" y="1024001"/>
                    <a:pt x="4920615" y="1024001"/>
                  </a:cubicBezTo>
                  <a:lnTo>
                    <a:pt x="200279" y="1024001"/>
                  </a:lnTo>
                  <a:cubicBezTo>
                    <a:pt x="89662" y="1024001"/>
                    <a:pt x="127" y="936625"/>
                    <a:pt x="127" y="8289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54676" cy="1057910"/>
            </a:xfrm>
            <a:custGeom>
              <a:avLst/>
              <a:gdLst/>
              <a:ahLst/>
              <a:cxnLst/>
              <a:rect r="r" b="b" t="t" l="l"/>
              <a:pathLst>
                <a:path h="1057910" w="5154676">
                  <a:moveTo>
                    <a:pt x="0" y="211963"/>
                  </a:moveTo>
                  <a:cubicBezTo>
                    <a:pt x="0" y="94488"/>
                    <a:pt x="97663" y="0"/>
                    <a:pt x="217170" y="0"/>
                  </a:cubicBezTo>
                  <a:lnTo>
                    <a:pt x="4937506" y="0"/>
                  </a:lnTo>
                  <a:lnTo>
                    <a:pt x="4937506" y="16891"/>
                  </a:lnTo>
                  <a:lnTo>
                    <a:pt x="4937506" y="0"/>
                  </a:lnTo>
                  <a:cubicBezTo>
                    <a:pt x="5057013" y="0"/>
                    <a:pt x="5154676" y="94488"/>
                    <a:pt x="5154676" y="211963"/>
                  </a:cubicBezTo>
                  <a:lnTo>
                    <a:pt x="5137785" y="211963"/>
                  </a:lnTo>
                  <a:lnTo>
                    <a:pt x="5154676" y="211963"/>
                  </a:lnTo>
                  <a:lnTo>
                    <a:pt x="5154676" y="845820"/>
                  </a:lnTo>
                  <a:lnTo>
                    <a:pt x="5137785" y="845820"/>
                  </a:lnTo>
                  <a:lnTo>
                    <a:pt x="5154676" y="845820"/>
                  </a:lnTo>
                  <a:cubicBezTo>
                    <a:pt x="5154676" y="963295"/>
                    <a:pt x="5057013" y="1057783"/>
                    <a:pt x="4937506" y="1057783"/>
                  </a:cubicBezTo>
                  <a:lnTo>
                    <a:pt x="4937506" y="1040892"/>
                  </a:lnTo>
                  <a:lnTo>
                    <a:pt x="4937506" y="1057910"/>
                  </a:lnTo>
                  <a:lnTo>
                    <a:pt x="217170" y="1057910"/>
                  </a:lnTo>
                  <a:lnTo>
                    <a:pt x="217170" y="1040892"/>
                  </a:lnTo>
                  <a:lnTo>
                    <a:pt x="217170" y="1057910"/>
                  </a:lnTo>
                  <a:cubicBezTo>
                    <a:pt x="97663" y="1057910"/>
                    <a:pt x="0" y="963422"/>
                    <a:pt x="0" y="845820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45820"/>
                  </a:lnTo>
                  <a:lnTo>
                    <a:pt x="16891" y="845820"/>
                  </a:lnTo>
                  <a:lnTo>
                    <a:pt x="33909" y="845820"/>
                  </a:lnTo>
                  <a:cubicBezTo>
                    <a:pt x="33909" y="943737"/>
                    <a:pt x="115570" y="1024001"/>
                    <a:pt x="217170" y="1024001"/>
                  </a:cubicBezTo>
                  <a:lnTo>
                    <a:pt x="4937506" y="1024001"/>
                  </a:lnTo>
                  <a:cubicBezTo>
                    <a:pt x="5039106" y="1024001"/>
                    <a:pt x="5120767" y="943864"/>
                    <a:pt x="5120767" y="845820"/>
                  </a:cubicBezTo>
                  <a:lnTo>
                    <a:pt x="5120767" y="211963"/>
                  </a:lnTo>
                  <a:cubicBezTo>
                    <a:pt x="5120767" y="114046"/>
                    <a:pt x="5039106" y="33782"/>
                    <a:pt x="4937506" y="33782"/>
                  </a:cubicBezTo>
                  <a:lnTo>
                    <a:pt x="217170" y="33782"/>
                  </a:lnTo>
                  <a:lnTo>
                    <a:pt x="217170" y="16891"/>
                  </a:lnTo>
                  <a:lnTo>
                    <a:pt x="217170" y="33909"/>
                  </a:lnTo>
                  <a:cubicBezTo>
                    <a:pt x="115570" y="33909"/>
                    <a:pt x="33909" y="114046"/>
                    <a:pt x="33909" y="2120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223760" y="4791456"/>
            <a:ext cx="3840604" cy="768001"/>
            <a:chOff x="0" y="0"/>
            <a:chExt cx="5120805" cy="102400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800" cy="1024000"/>
            </a:xfrm>
            <a:custGeom>
              <a:avLst/>
              <a:gdLst/>
              <a:ahLst/>
              <a:cxnLst/>
              <a:rect r="r" b="b" t="t" l="l"/>
              <a:pathLst>
                <a:path h="10240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1024000"/>
                  </a:lnTo>
                  <a:lnTo>
                    <a:pt x="0" y="102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40" r="0" b="-4744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120805" cy="1062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fila_rpc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211063" y="5729726"/>
            <a:ext cx="3865997" cy="793404"/>
            <a:chOff x="0" y="0"/>
            <a:chExt cx="5154663" cy="10578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5120767" cy="1024001"/>
            </a:xfrm>
            <a:custGeom>
              <a:avLst/>
              <a:gdLst/>
              <a:ahLst/>
              <a:cxnLst/>
              <a:rect r="r" b="b" t="t" l="l"/>
              <a:pathLst>
                <a:path h="1024001" w="5120767">
                  <a:moveTo>
                    <a:pt x="0" y="195072"/>
                  </a:moveTo>
                  <a:cubicBezTo>
                    <a:pt x="0" y="87376"/>
                    <a:pt x="89662" y="0"/>
                    <a:pt x="200279" y="0"/>
                  </a:cubicBezTo>
                  <a:lnTo>
                    <a:pt x="4920615" y="0"/>
                  </a:lnTo>
                  <a:cubicBezTo>
                    <a:pt x="5031232" y="0"/>
                    <a:pt x="5120767" y="87376"/>
                    <a:pt x="5120767" y="195072"/>
                  </a:cubicBezTo>
                  <a:lnTo>
                    <a:pt x="5120767" y="828929"/>
                  </a:lnTo>
                  <a:cubicBezTo>
                    <a:pt x="5120767" y="936625"/>
                    <a:pt x="5031105" y="1024001"/>
                    <a:pt x="4920615" y="1024001"/>
                  </a:cubicBezTo>
                  <a:lnTo>
                    <a:pt x="200279" y="1024001"/>
                  </a:lnTo>
                  <a:cubicBezTo>
                    <a:pt x="89662" y="1024001"/>
                    <a:pt x="127" y="936625"/>
                    <a:pt x="127" y="8289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54676" cy="1057910"/>
            </a:xfrm>
            <a:custGeom>
              <a:avLst/>
              <a:gdLst/>
              <a:ahLst/>
              <a:cxnLst/>
              <a:rect r="r" b="b" t="t" l="l"/>
              <a:pathLst>
                <a:path h="1057910" w="5154676">
                  <a:moveTo>
                    <a:pt x="0" y="211963"/>
                  </a:moveTo>
                  <a:cubicBezTo>
                    <a:pt x="0" y="94488"/>
                    <a:pt x="97663" y="0"/>
                    <a:pt x="217170" y="0"/>
                  </a:cubicBezTo>
                  <a:lnTo>
                    <a:pt x="4937506" y="0"/>
                  </a:lnTo>
                  <a:lnTo>
                    <a:pt x="4937506" y="16891"/>
                  </a:lnTo>
                  <a:lnTo>
                    <a:pt x="4937506" y="0"/>
                  </a:lnTo>
                  <a:cubicBezTo>
                    <a:pt x="5057013" y="0"/>
                    <a:pt x="5154676" y="94488"/>
                    <a:pt x="5154676" y="211963"/>
                  </a:cubicBezTo>
                  <a:lnTo>
                    <a:pt x="5137785" y="211963"/>
                  </a:lnTo>
                  <a:lnTo>
                    <a:pt x="5154676" y="211963"/>
                  </a:lnTo>
                  <a:lnTo>
                    <a:pt x="5154676" y="845820"/>
                  </a:lnTo>
                  <a:lnTo>
                    <a:pt x="5137785" y="845820"/>
                  </a:lnTo>
                  <a:lnTo>
                    <a:pt x="5154676" y="845820"/>
                  </a:lnTo>
                  <a:cubicBezTo>
                    <a:pt x="5154676" y="963295"/>
                    <a:pt x="5057013" y="1057783"/>
                    <a:pt x="4937506" y="1057783"/>
                  </a:cubicBezTo>
                  <a:lnTo>
                    <a:pt x="4937506" y="1040892"/>
                  </a:lnTo>
                  <a:lnTo>
                    <a:pt x="4937506" y="1057910"/>
                  </a:lnTo>
                  <a:lnTo>
                    <a:pt x="217170" y="1057910"/>
                  </a:lnTo>
                  <a:lnTo>
                    <a:pt x="217170" y="1040892"/>
                  </a:lnTo>
                  <a:lnTo>
                    <a:pt x="217170" y="1057910"/>
                  </a:lnTo>
                  <a:cubicBezTo>
                    <a:pt x="97663" y="1057910"/>
                    <a:pt x="0" y="963422"/>
                    <a:pt x="0" y="845820"/>
                  </a:cubicBezTo>
                  <a:lnTo>
                    <a:pt x="0" y="211963"/>
                  </a:lnTo>
                  <a:lnTo>
                    <a:pt x="16891" y="211963"/>
                  </a:lnTo>
                  <a:lnTo>
                    <a:pt x="0" y="211963"/>
                  </a:lnTo>
                  <a:moveTo>
                    <a:pt x="33909" y="211963"/>
                  </a:moveTo>
                  <a:lnTo>
                    <a:pt x="33909" y="845820"/>
                  </a:lnTo>
                  <a:lnTo>
                    <a:pt x="16891" y="845820"/>
                  </a:lnTo>
                  <a:lnTo>
                    <a:pt x="33909" y="845820"/>
                  </a:lnTo>
                  <a:cubicBezTo>
                    <a:pt x="33909" y="943737"/>
                    <a:pt x="115570" y="1024001"/>
                    <a:pt x="217170" y="1024001"/>
                  </a:cubicBezTo>
                  <a:lnTo>
                    <a:pt x="4937506" y="1024001"/>
                  </a:lnTo>
                  <a:cubicBezTo>
                    <a:pt x="5039106" y="1024001"/>
                    <a:pt x="5120767" y="943864"/>
                    <a:pt x="5120767" y="845820"/>
                  </a:cubicBezTo>
                  <a:lnTo>
                    <a:pt x="5120767" y="211963"/>
                  </a:lnTo>
                  <a:cubicBezTo>
                    <a:pt x="5120767" y="114046"/>
                    <a:pt x="5039106" y="33782"/>
                    <a:pt x="4937506" y="33782"/>
                  </a:cubicBezTo>
                  <a:lnTo>
                    <a:pt x="217170" y="33782"/>
                  </a:lnTo>
                  <a:lnTo>
                    <a:pt x="217170" y="16891"/>
                  </a:lnTo>
                  <a:lnTo>
                    <a:pt x="217170" y="33909"/>
                  </a:lnTo>
                  <a:cubicBezTo>
                    <a:pt x="115570" y="33909"/>
                    <a:pt x="33909" y="114046"/>
                    <a:pt x="33909" y="2120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223760" y="5742432"/>
            <a:ext cx="3840604" cy="768001"/>
            <a:chOff x="0" y="0"/>
            <a:chExt cx="5120805" cy="102400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800" cy="1024000"/>
            </a:xfrm>
            <a:custGeom>
              <a:avLst/>
              <a:gdLst/>
              <a:ahLst/>
              <a:cxnLst/>
              <a:rect r="r" b="b" t="t" l="l"/>
              <a:pathLst>
                <a:path h="1024000" w="5120800">
                  <a:moveTo>
                    <a:pt x="0" y="0"/>
                  </a:moveTo>
                  <a:lnTo>
                    <a:pt x="5120800" y="0"/>
                  </a:lnTo>
                  <a:lnTo>
                    <a:pt x="5120800" y="1024000"/>
                  </a:lnTo>
                  <a:lnTo>
                    <a:pt x="0" y="102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40" r="0" b="-474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120805" cy="1062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reply_Queue temporária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766560" y="6656832"/>
            <a:ext cx="4755004" cy="548402"/>
            <a:chOff x="0" y="0"/>
            <a:chExt cx="6340005" cy="73120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40000" cy="731200"/>
            </a:xfrm>
            <a:custGeom>
              <a:avLst/>
              <a:gdLst/>
              <a:ahLst/>
              <a:cxnLst/>
              <a:rect r="r" b="b" t="t" l="l"/>
              <a:pathLst>
                <a:path h="7312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48" r="0" b="-1189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340005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DE5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porta 5672 · AMQP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99670" y="2614422"/>
            <a:ext cx="4793104" cy="4793104"/>
            <a:chOff x="0" y="0"/>
            <a:chExt cx="6390805" cy="63908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25400" y="25400"/>
              <a:ext cx="6339967" cy="6339967"/>
            </a:xfrm>
            <a:custGeom>
              <a:avLst/>
              <a:gdLst/>
              <a:ahLst/>
              <a:cxnLst/>
              <a:rect r="r" b="b" t="t" l="l"/>
              <a:pathLst>
                <a:path h="6339967" w="6339967">
                  <a:moveTo>
                    <a:pt x="0" y="0"/>
                  </a:moveTo>
                  <a:lnTo>
                    <a:pt x="6339967" y="0"/>
                  </a:lnTo>
                  <a:lnTo>
                    <a:pt x="6339967" y="6339967"/>
                  </a:lnTo>
                  <a:lnTo>
                    <a:pt x="0" y="6339967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90767" cy="6390767"/>
            </a:xfrm>
            <a:custGeom>
              <a:avLst/>
              <a:gdLst/>
              <a:ahLst/>
              <a:cxnLst/>
              <a:rect r="r" b="b" t="t" l="l"/>
              <a:pathLst>
                <a:path h="6390767" w="6390767">
                  <a:moveTo>
                    <a:pt x="25400" y="0"/>
                  </a:moveTo>
                  <a:lnTo>
                    <a:pt x="6365367" y="0"/>
                  </a:lnTo>
                  <a:cubicBezTo>
                    <a:pt x="6379337" y="0"/>
                    <a:pt x="6390767" y="11430"/>
                    <a:pt x="6390767" y="25400"/>
                  </a:cubicBezTo>
                  <a:lnTo>
                    <a:pt x="6390767" y="6365367"/>
                  </a:lnTo>
                  <a:cubicBezTo>
                    <a:pt x="6390767" y="6379337"/>
                    <a:pt x="6379337" y="6390767"/>
                    <a:pt x="6365367" y="6390767"/>
                  </a:cubicBezTo>
                  <a:lnTo>
                    <a:pt x="25400" y="6390767"/>
                  </a:lnTo>
                  <a:cubicBezTo>
                    <a:pt x="11430" y="6390767"/>
                    <a:pt x="0" y="6379337"/>
                    <a:pt x="0" y="636536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365367"/>
                  </a:lnTo>
                  <a:lnTo>
                    <a:pt x="25400" y="6365367"/>
                  </a:lnTo>
                  <a:lnTo>
                    <a:pt x="25400" y="6339967"/>
                  </a:lnTo>
                  <a:lnTo>
                    <a:pt x="6365367" y="6339967"/>
                  </a:lnTo>
                  <a:lnTo>
                    <a:pt x="6365367" y="6365367"/>
                  </a:lnTo>
                  <a:lnTo>
                    <a:pt x="6339967" y="6365367"/>
                  </a:lnTo>
                  <a:lnTo>
                    <a:pt x="6339967" y="25400"/>
                  </a:lnTo>
                  <a:lnTo>
                    <a:pt x="6365367" y="25400"/>
                  </a:lnTo>
                  <a:lnTo>
                    <a:pt x="636536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606023" y="2620766"/>
            <a:ext cx="4780397" cy="610400"/>
            <a:chOff x="0" y="0"/>
            <a:chExt cx="6373863" cy="8138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6340094" cy="780034"/>
            </a:xfrm>
            <a:custGeom>
              <a:avLst/>
              <a:gdLst/>
              <a:ahLst/>
              <a:cxnLst/>
              <a:rect r="r" b="b" t="t" l="l"/>
              <a:pathLst>
                <a:path h="780034" w="6340094">
                  <a:moveTo>
                    <a:pt x="0" y="0"/>
                  </a:moveTo>
                  <a:lnTo>
                    <a:pt x="6340094" y="0"/>
                  </a:lnTo>
                  <a:lnTo>
                    <a:pt x="6340094" y="780034"/>
                  </a:lnTo>
                  <a:lnTo>
                    <a:pt x="0" y="780034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73876" cy="813816"/>
            </a:xfrm>
            <a:custGeom>
              <a:avLst/>
              <a:gdLst/>
              <a:ahLst/>
              <a:cxnLst/>
              <a:rect r="r" b="b" t="t" l="l"/>
              <a:pathLst>
                <a:path h="813816" w="6373876">
                  <a:moveTo>
                    <a:pt x="16891" y="0"/>
                  </a:moveTo>
                  <a:lnTo>
                    <a:pt x="6356985" y="0"/>
                  </a:lnTo>
                  <a:cubicBezTo>
                    <a:pt x="6366383" y="0"/>
                    <a:pt x="6373876" y="7620"/>
                    <a:pt x="6373876" y="16891"/>
                  </a:cubicBezTo>
                  <a:lnTo>
                    <a:pt x="6373876" y="796925"/>
                  </a:lnTo>
                  <a:cubicBezTo>
                    <a:pt x="6373876" y="806323"/>
                    <a:pt x="6366256" y="813816"/>
                    <a:pt x="6356985" y="813816"/>
                  </a:cubicBezTo>
                  <a:lnTo>
                    <a:pt x="16891" y="813816"/>
                  </a:lnTo>
                  <a:cubicBezTo>
                    <a:pt x="7620" y="813816"/>
                    <a:pt x="0" y="806323"/>
                    <a:pt x="0" y="79692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6925"/>
                  </a:lnTo>
                  <a:lnTo>
                    <a:pt x="16891" y="796925"/>
                  </a:lnTo>
                  <a:lnTo>
                    <a:pt x="16891" y="780034"/>
                  </a:lnTo>
                  <a:lnTo>
                    <a:pt x="6356985" y="780034"/>
                  </a:lnTo>
                  <a:lnTo>
                    <a:pt x="6356985" y="796925"/>
                  </a:lnTo>
                  <a:lnTo>
                    <a:pt x="6340094" y="796925"/>
                  </a:lnTo>
                  <a:lnTo>
                    <a:pt x="6340094" y="16891"/>
                  </a:lnTo>
                  <a:lnTo>
                    <a:pt x="6356985" y="16891"/>
                  </a:lnTo>
                  <a:lnTo>
                    <a:pt x="635698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618720" y="2633472"/>
            <a:ext cx="4755004" cy="584997"/>
            <a:chOff x="0" y="0"/>
            <a:chExt cx="6340005" cy="7799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40000" cy="780000"/>
            </a:xfrm>
            <a:custGeom>
              <a:avLst/>
              <a:gdLst/>
              <a:ahLst/>
              <a:cxnLst/>
              <a:rect r="r" b="b" t="t" l="l"/>
              <a:pathLst>
                <a:path h="7800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78" r="0" b="-10837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340005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MÁQUINA 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618720" y="3456432"/>
            <a:ext cx="4755004" cy="823198"/>
            <a:chOff x="0" y="0"/>
            <a:chExt cx="6340005" cy="109759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40000" cy="1097600"/>
            </a:xfrm>
            <a:custGeom>
              <a:avLst/>
              <a:gdLst/>
              <a:ahLst/>
              <a:cxnLst/>
              <a:rect r="r" b="b" t="t" l="l"/>
              <a:pathLst>
                <a:path h="10976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1097600"/>
                  </a:lnTo>
                  <a:lnTo>
                    <a:pt x="0" y="109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50" r="0" b="-625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340005" cy="111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Servidor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337543" y="4541006"/>
            <a:ext cx="3316996" cy="1305801"/>
            <a:chOff x="0" y="0"/>
            <a:chExt cx="4422661" cy="17410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7018"/>
              <a:ext cx="4388866" cy="1707134"/>
            </a:xfrm>
            <a:custGeom>
              <a:avLst/>
              <a:gdLst/>
              <a:ahLst/>
              <a:cxnLst/>
              <a:rect r="r" b="b" t="t" l="l"/>
              <a:pathLst>
                <a:path h="1707134" w="4388866">
                  <a:moveTo>
                    <a:pt x="0" y="195072"/>
                  </a:moveTo>
                  <a:cubicBezTo>
                    <a:pt x="0" y="87249"/>
                    <a:pt x="88392" y="0"/>
                    <a:pt x="197485" y="0"/>
                  </a:cubicBezTo>
                  <a:lnTo>
                    <a:pt x="4191381" y="0"/>
                  </a:lnTo>
                  <a:cubicBezTo>
                    <a:pt x="4300474" y="0"/>
                    <a:pt x="4388866" y="87376"/>
                    <a:pt x="4388866" y="195072"/>
                  </a:cubicBezTo>
                  <a:lnTo>
                    <a:pt x="4388866" y="1512062"/>
                  </a:lnTo>
                  <a:cubicBezTo>
                    <a:pt x="4388866" y="1619885"/>
                    <a:pt x="4300474" y="1707134"/>
                    <a:pt x="4191381" y="1707134"/>
                  </a:cubicBezTo>
                  <a:lnTo>
                    <a:pt x="197485" y="1707134"/>
                  </a:lnTo>
                  <a:cubicBezTo>
                    <a:pt x="88392" y="1707134"/>
                    <a:pt x="0" y="1619758"/>
                    <a:pt x="0" y="15120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422648" cy="1741170"/>
            </a:xfrm>
            <a:custGeom>
              <a:avLst/>
              <a:gdLst/>
              <a:ahLst/>
              <a:cxnLst/>
              <a:rect r="r" b="b" t="t" l="l"/>
              <a:pathLst>
                <a:path h="1741170" w="4422648">
                  <a:moveTo>
                    <a:pt x="0" y="212090"/>
                  </a:moveTo>
                  <a:cubicBezTo>
                    <a:pt x="0" y="94742"/>
                    <a:pt x="96139" y="0"/>
                    <a:pt x="214376" y="0"/>
                  </a:cubicBezTo>
                  <a:lnTo>
                    <a:pt x="4208272" y="0"/>
                  </a:lnTo>
                  <a:lnTo>
                    <a:pt x="4208272" y="16891"/>
                  </a:lnTo>
                  <a:lnTo>
                    <a:pt x="4208272" y="0"/>
                  </a:lnTo>
                  <a:cubicBezTo>
                    <a:pt x="4326509" y="0"/>
                    <a:pt x="4422648" y="94742"/>
                    <a:pt x="4422648" y="212090"/>
                  </a:cubicBezTo>
                  <a:lnTo>
                    <a:pt x="4405757" y="212090"/>
                  </a:lnTo>
                  <a:lnTo>
                    <a:pt x="4422648" y="212090"/>
                  </a:lnTo>
                  <a:lnTo>
                    <a:pt x="4422648" y="1529080"/>
                  </a:lnTo>
                  <a:lnTo>
                    <a:pt x="4405757" y="1529080"/>
                  </a:lnTo>
                  <a:lnTo>
                    <a:pt x="4422648" y="1529080"/>
                  </a:lnTo>
                  <a:cubicBezTo>
                    <a:pt x="4422648" y="1646428"/>
                    <a:pt x="4326509" y="1741170"/>
                    <a:pt x="4208272" y="1741170"/>
                  </a:cubicBezTo>
                  <a:lnTo>
                    <a:pt x="4208272" y="1724279"/>
                  </a:lnTo>
                  <a:lnTo>
                    <a:pt x="4208272" y="1741170"/>
                  </a:lnTo>
                  <a:lnTo>
                    <a:pt x="214376" y="1741170"/>
                  </a:lnTo>
                  <a:lnTo>
                    <a:pt x="214376" y="1724279"/>
                  </a:lnTo>
                  <a:lnTo>
                    <a:pt x="214376" y="1741170"/>
                  </a:lnTo>
                  <a:cubicBezTo>
                    <a:pt x="96139" y="1741043"/>
                    <a:pt x="0" y="1646301"/>
                    <a:pt x="0" y="1529080"/>
                  </a:cubicBezTo>
                  <a:lnTo>
                    <a:pt x="0" y="212090"/>
                  </a:lnTo>
                  <a:lnTo>
                    <a:pt x="16891" y="212090"/>
                  </a:lnTo>
                  <a:lnTo>
                    <a:pt x="0" y="212090"/>
                  </a:lnTo>
                  <a:moveTo>
                    <a:pt x="33909" y="212090"/>
                  </a:moveTo>
                  <a:lnTo>
                    <a:pt x="33909" y="1529080"/>
                  </a:lnTo>
                  <a:lnTo>
                    <a:pt x="16891" y="1529080"/>
                  </a:lnTo>
                  <a:lnTo>
                    <a:pt x="33909" y="1529080"/>
                  </a:lnTo>
                  <a:cubicBezTo>
                    <a:pt x="33909" y="1627251"/>
                    <a:pt x="114554" y="1707261"/>
                    <a:pt x="214376" y="1707261"/>
                  </a:cubicBezTo>
                  <a:lnTo>
                    <a:pt x="4208272" y="1707261"/>
                  </a:lnTo>
                  <a:cubicBezTo>
                    <a:pt x="4308221" y="1707261"/>
                    <a:pt x="4388739" y="1627251"/>
                    <a:pt x="4388739" y="1529080"/>
                  </a:cubicBezTo>
                  <a:lnTo>
                    <a:pt x="4388739" y="212090"/>
                  </a:lnTo>
                  <a:cubicBezTo>
                    <a:pt x="4388739" y="113919"/>
                    <a:pt x="4308094" y="33909"/>
                    <a:pt x="4208272" y="33909"/>
                  </a:cubicBezTo>
                  <a:lnTo>
                    <a:pt x="214376" y="33909"/>
                  </a:lnTo>
                  <a:lnTo>
                    <a:pt x="214376" y="16891"/>
                  </a:lnTo>
                  <a:lnTo>
                    <a:pt x="214376" y="33909"/>
                  </a:lnTo>
                  <a:cubicBezTo>
                    <a:pt x="114554" y="33909"/>
                    <a:pt x="33909" y="113792"/>
                    <a:pt x="33909" y="21209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350240" y="4553712"/>
            <a:ext cx="3291602" cy="731396"/>
            <a:chOff x="0" y="0"/>
            <a:chExt cx="4388802" cy="9751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8800" cy="975200"/>
            </a:xfrm>
            <a:custGeom>
              <a:avLst/>
              <a:gdLst/>
              <a:ahLst/>
              <a:cxnLst/>
              <a:rect r="r" b="b" t="t" l="l"/>
              <a:pathLst>
                <a:path h="9752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975200"/>
                  </a:lnTo>
                  <a:lnTo>
                    <a:pt x="0" y="9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90" r="0" b="-3769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4388802" cy="102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Aplicação Servidor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350240" y="5193792"/>
            <a:ext cx="3291602" cy="584997"/>
            <a:chOff x="0" y="0"/>
            <a:chExt cx="4388802" cy="7799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88800" cy="780000"/>
            </a:xfrm>
            <a:custGeom>
              <a:avLst/>
              <a:gdLst/>
              <a:ahLst/>
              <a:cxnLst/>
              <a:rect r="r" b="b" t="t" l="l"/>
              <a:pathLst>
                <a:path h="780000" w="4388800">
                  <a:moveTo>
                    <a:pt x="0" y="0"/>
                  </a:moveTo>
                  <a:lnTo>
                    <a:pt x="4388800" y="0"/>
                  </a:lnTo>
                  <a:lnTo>
                    <a:pt x="4388800" y="780000"/>
                  </a:lnTo>
                  <a:lnTo>
                    <a:pt x="0" y="78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36" r="0" b="-5963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388802" cy="81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Aplicação Servidor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C#/.NET + RabbitMQ.Client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618720" y="6656832"/>
            <a:ext cx="4755004" cy="548402"/>
            <a:chOff x="0" y="0"/>
            <a:chExt cx="6340005" cy="73120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340000" cy="731200"/>
            </a:xfrm>
            <a:custGeom>
              <a:avLst/>
              <a:gdLst/>
              <a:ahLst/>
              <a:cxnLst/>
              <a:rect r="r" b="b" t="t" l="l"/>
              <a:pathLst>
                <a:path h="731200" w="6340000">
                  <a:moveTo>
                    <a:pt x="0" y="0"/>
                  </a:moveTo>
                  <a:lnTo>
                    <a:pt x="6340000" y="0"/>
                  </a:lnTo>
                  <a:lnTo>
                    <a:pt x="63400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48" r="0" b="-11894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340005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IP B · porta dinâmica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151980">
            <a:off x="5643315" y="5184267"/>
            <a:ext cx="1149325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 rot="151980">
            <a:off x="11495475" y="5184267"/>
            <a:ext cx="1149325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 rot="151980">
            <a:off x="11495361" y="6098667"/>
            <a:ext cx="1149325" cy="0"/>
          </a:xfrm>
          <a:prstGeom prst="line">
            <a:avLst/>
          </a:prstGeom>
          <a:ln cap="rnd" w="19050">
            <a:solidFill>
              <a:srgbClr val="0D737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 rot="151980">
            <a:off x="5643201" y="6098667"/>
            <a:ext cx="1149325" cy="0"/>
          </a:xfrm>
          <a:prstGeom prst="line">
            <a:avLst/>
          </a:prstGeom>
          <a:ln cap="rnd" w="19050">
            <a:solidFill>
              <a:srgbClr val="0D737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2" id="82"/>
          <p:cNvGrpSpPr/>
          <p:nvPr/>
        </p:nvGrpSpPr>
        <p:grpSpPr>
          <a:xfrm rot="0">
            <a:off x="914400" y="8680190"/>
            <a:ext cx="16459200" cy="548402"/>
            <a:chOff x="0" y="0"/>
            <a:chExt cx="21945600" cy="73120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945600" cy="731200"/>
            </a:xfrm>
            <a:custGeom>
              <a:avLst/>
              <a:gdLst/>
              <a:ahLst/>
              <a:cxnLst/>
              <a:rect r="r" b="b" t="t" l="l"/>
              <a:pathLst>
                <a:path h="731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806" r="0" b="-53480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21945600" cy="778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Comunicação por filas, em rede, entre máquinas com IPs distintos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93267" y="7885576"/>
            <a:ext cx="573796" cy="573796"/>
            <a:chOff x="0" y="0"/>
            <a:chExt cx="765061" cy="76506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731266" cy="731266"/>
            </a:xfrm>
            <a:custGeom>
              <a:avLst/>
              <a:gdLst/>
              <a:ahLst/>
              <a:cxnLst/>
              <a:rect r="r" b="b" t="t" l="l"/>
              <a:pathLst>
                <a:path h="731266" w="731266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cubicBezTo>
                    <a:pt x="567563" y="0"/>
                    <a:pt x="731266" y="163703"/>
                    <a:pt x="731266" y="365633"/>
                  </a:cubicBezTo>
                  <a:cubicBezTo>
                    <a:pt x="731266" y="567563"/>
                    <a:pt x="567563" y="731266"/>
                    <a:pt x="365633" y="731266"/>
                  </a:cubicBezTo>
                  <a:cubicBezTo>
                    <a:pt x="163703" y="731266"/>
                    <a:pt x="0" y="567563"/>
                    <a:pt x="0" y="365633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65048" cy="765048"/>
            </a:xfrm>
            <a:custGeom>
              <a:avLst/>
              <a:gdLst/>
              <a:ahLst/>
              <a:cxnLst/>
              <a:rect r="r" b="b" t="t" l="l"/>
              <a:pathLst>
                <a:path h="765048" w="765048">
                  <a:moveTo>
                    <a:pt x="0" y="382524"/>
                  </a:moveTo>
                  <a:cubicBezTo>
                    <a:pt x="0" y="171323"/>
                    <a:pt x="171323" y="0"/>
                    <a:pt x="382524" y="0"/>
                  </a:cubicBezTo>
                  <a:lnTo>
                    <a:pt x="382524" y="16891"/>
                  </a:lnTo>
                  <a:lnTo>
                    <a:pt x="382524" y="0"/>
                  </a:lnTo>
                  <a:cubicBezTo>
                    <a:pt x="593852" y="0"/>
                    <a:pt x="765048" y="171323"/>
                    <a:pt x="765048" y="382524"/>
                  </a:cubicBezTo>
                  <a:cubicBezTo>
                    <a:pt x="765048" y="593852"/>
                    <a:pt x="593725" y="765048"/>
                    <a:pt x="382524" y="765048"/>
                  </a:cubicBezTo>
                  <a:lnTo>
                    <a:pt x="382524" y="748157"/>
                  </a:lnTo>
                  <a:lnTo>
                    <a:pt x="382524" y="765048"/>
                  </a:lnTo>
                  <a:cubicBezTo>
                    <a:pt x="171323" y="765048"/>
                    <a:pt x="0" y="593852"/>
                    <a:pt x="0" y="382524"/>
                  </a:cubicBezTo>
                  <a:lnTo>
                    <a:pt x="16891" y="382524"/>
                  </a:lnTo>
                  <a:lnTo>
                    <a:pt x="31369" y="391287"/>
                  </a:lnTo>
                  <a:cubicBezTo>
                    <a:pt x="27432" y="397764"/>
                    <a:pt x="19685" y="400812"/>
                    <a:pt x="12319" y="398780"/>
                  </a:cubicBezTo>
                  <a:cubicBezTo>
                    <a:pt x="4953" y="396748"/>
                    <a:pt x="0" y="390144"/>
                    <a:pt x="0" y="382524"/>
                  </a:cubicBezTo>
                  <a:moveTo>
                    <a:pt x="33909" y="382524"/>
                  </a:moveTo>
                  <a:lnTo>
                    <a:pt x="16891" y="382524"/>
                  </a:lnTo>
                  <a:lnTo>
                    <a:pt x="2413" y="373761"/>
                  </a:lnTo>
                  <a:cubicBezTo>
                    <a:pt x="6350" y="367284"/>
                    <a:pt x="14097" y="364236"/>
                    <a:pt x="21463" y="366268"/>
                  </a:cubicBezTo>
                  <a:cubicBezTo>
                    <a:pt x="28829" y="368300"/>
                    <a:pt x="33782" y="375031"/>
                    <a:pt x="33782" y="382524"/>
                  </a:cubicBezTo>
                  <a:cubicBezTo>
                    <a:pt x="33782" y="575056"/>
                    <a:pt x="189865" y="731139"/>
                    <a:pt x="382397" y="731139"/>
                  </a:cubicBezTo>
                  <a:cubicBezTo>
                    <a:pt x="574929" y="731139"/>
                    <a:pt x="731012" y="575056"/>
                    <a:pt x="731012" y="382524"/>
                  </a:cubicBezTo>
                  <a:lnTo>
                    <a:pt x="747903" y="382524"/>
                  </a:lnTo>
                  <a:lnTo>
                    <a:pt x="731012" y="382524"/>
                  </a:lnTo>
                  <a:cubicBezTo>
                    <a:pt x="731012" y="189992"/>
                    <a:pt x="574929" y="33909"/>
                    <a:pt x="382397" y="33909"/>
                  </a:cubicBezTo>
                  <a:lnTo>
                    <a:pt x="382397" y="16891"/>
                  </a:lnTo>
                  <a:lnTo>
                    <a:pt x="382397" y="33909"/>
                  </a:lnTo>
                  <a:cubicBezTo>
                    <a:pt x="189992" y="33909"/>
                    <a:pt x="33909" y="189992"/>
                    <a:pt x="33909" y="382524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05964" y="7898273"/>
            <a:ext cx="548402" cy="548402"/>
            <a:chOff x="0" y="0"/>
            <a:chExt cx="731202" cy="73120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200" cy="731200"/>
            </a:xfrm>
            <a:custGeom>
              <a:avLst/>
              <a:gdLst/>
              <a:ahLst/>
              <a:cxnLst/>
              <a:rect r="r" b="b" t="t" l="l"/>
              <a:pathLst>
                <a:path h="731200" w="731200">
                  <a:moveTo>
                    <a:pt x="0" y="0"/>
                  </a:moveTo>
                  <a:lnTo>
                    <a:pt x="731200" y="0"/>
                  </a:lnTo>
                  <a:lnTo>
                    <a:pt x="731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731202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646044" y="7823597"/>
            <a:ext cx="1920002" cy="13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 publica requisição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3736467" y="7885576"/>
            <a:ext cx="573796" cy="573796"/>
            <a:chOff x="0" y="0"/>
            <a:chExt cx="765061" cy="76506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31266" cy="731266"/>
            </a:xfrm>
            <a:custGeom>
              <a:avLst/>
              <a:gdLst/>
              <a:ahLst/>
              <a:cxnLst/>
              <a:rect r="r" b="b" t="t" l="l"/>
              <a:pathLst>
                <a:path h="731266" w="731266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cubicBezTo>
                    <a:pt x="567563" y="0"/>
                    <a:pt x="731266" y="163703"/>
                    <a:pt x="731266" y="365633"/>
                  </a:cubicBezTo>
                  <a:cubicBezTo>
                    <a:pt x="731266" y="567563"/>
                    <a:pt x="567563" y="731266"/>
                    <a:pt x="365633" y="731266"/>
                  </a:cubicBezTo>
                  <a:cubicBezTo>
                    <a:pt x="163703" y="731266"/>
                    <a:pt x="0" y="567563"/>
                    <a:pt x="0" y="365633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65048" cy="765048"/>
            </a:xfrm>
            <a:custGeom>
              <a:avLst/>
              <a:gdLst/>
              <a:ahLst/>
              <a:cxnLst/>
              <a:rect r="r" b="b" t="t" l="l"/>
              <a:pathLst>
                <a:path h="765048" w="765048">
                  <a:moveTo>
                    <a:pt x="0" y="382524"/>
                  </a:moveTo>
                  <a:cubicBezTo>
                    <a:pt x="0" y="171323"/>
                    <a:pt x="171323" y="0"/>
                    <a:pt x="382524" y="0"/>
                  </a:cubicBezTo>
                  <a:lnTo>
                    <a:pt x="382524" y="16891"/>
                  </a:lnTo>
                  <a:lnTo>
                    <a:pt x="382524" y="0"/>
                  </a:lnTo>
                  <a:cubicBezTo>
                    <a:pt x="593852" y="0"/>
                    <a:pt x="765048" y="171323"/>
                    <a:pt x="765048" y="382524"/>
                  </a:cubicBezTo>
                  <a:cubicBezTo>
                    <a:pt x="765048" y="593852"/>
                    <a:pt x="593725" y="765048"/>
                    <a:pt x="382524" y="765048"/>
                  </a:cubicBezTo>
                  <a:lnTo>
                    <a:pt x="382524" y="748157"/>
                  </a:lnTo>
                  <a:lnTo>
                    <a:pt x="382524" y="765048"/>
                  </a:lnTo>
                  <a:cubicBezTo>
                    <a:pt x="171323" y="765048"/>
                    <a:pt x="0" y="593852"/>
                    <a:pt x="0" y="382524"/>
                  </a:cubicBezTo>
                  <a:lnTo>
                    <a:pt x="16891" y="382524"/>
                  </a:lnTo>
                  <a:lnTo>
                    <a:pt x="31369" y="391287"/>
                  </a:lnTo>
                  <a:cubicBezTo>
                    <a:pt x="27432" y="397764"/>
                    <a:pt x="19685" y="400812"/>
                    <a:pt x="12319" y="398780"/>
                  </a:cubicBezTo>
                  <a:cubicBezTo>
                    <a:pt x="4953" y="396748"/>
                    <a:pt x="0" y="390144"/>
                    <a:pt x="0" y="382524"/>
                  </a:cubicBezTo>
                  <a:moveTo>
                    <a:pt x="33909" y="382524"/>
                  </a:moveTo>
                  <a:lnTo>
                    <a:pt x="16891" y="382524"/>
                  </a:lnTo>
                  <a:lnTo>
                    <a:pt x="2413" y="373761"/>
                  </a:lnTo>
                  <a:cubicBezTo>
                    <a:pt x="6350" y="367284"/>
                    <a:pt x="14097" y="364236"/>
                    <a:pt x="21463" y="366268"/>
                  </a:cubicBezTo>
                  <a:cubicBezTo>
                    <a:pt x="28829" y="368300"/>
                    <a:pt x="33782" y="375031"/>
                    <a:pt x="33782" y="382524"/>
                  </a:cubicBezTo>
                  <a:cubicBezTo>
                    <a:pt x="33782" y="575056"/>
                    <a:pt x="189865" y="731139"/>
                    <a:pt x="382397" y="731139"/>
                  </a:cubicBezTo>
                  <a:cubicBezTo>
                    <a:pt x="574929" y="731139"/>
                    <a:pt x="731012" y="575056"/>
                    <a:pt x="731012" y="382524"/>
                  </a:cubicBezTo>
                  <a:lnTo>
                    <a:pt x="747903" y="382524"/>
                  </a:lnTo>
                  <a:lnTo>
                    <a:pt x="731012" y="382524"/>
                  </a:lnTo>
                  <a:cubicBezTo>
                    <a:pt x="731012" y="189992"/>
                    <a:pt x="574929" y="33909"/>
                    <a:pt x="382397" y="33909"/>
                  </a:cubicBezTo>
                  <a:lnTo>
                    <a:pt x="382397" y="16891"/>
                  </a:lnTo>
                  <a:lnTo>
                    <a:pt x="382397" y="33909"/>
                  </a:lnTo>
                  <a:cubicBezTo>
                    <a:pt x="189992" y="33909"/>
                    <a:pt x="33909" y="189992"/>
                    <a:pt x="33909" y="382524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3749164" y="7898273"/>
            <a:ext cx="548402" cy="548402"/>
            <a:chOff x="0" y="0"/>
            <a:chExt cx="731202" cy="73120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31200" cy="731200"/>
            </a:xfrm>
            <a:custGeom>
              <a:avLst/>
              <a:gdLst/>
              <a:ahLst/>
              <a:cxnLst/>
              <a:rect r="r" b="b" t="t" l="l"/>
              <a:pathLst>
                <a:path h="731200" w="731200">
                  <a:moveTo>
                    <a:pt x="0" y="0"/>
                  </a:moveTo>
                  <a:lnTo>
                    <a:pt x="731200" y="0"/>
                  </a:lnTo>
                  <a:lnTo>
                    <a:pt x="731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731202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4389244" y="7823597"/>
            <a:ext cx="1920002" cy="13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Mensagem entra em fila_rpc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6479667" y="7885576"/>
            <a:ext cx="573796" cy="573796"/>
            <a:chOff x="0" y="0"/>
            <a:chExt cx="765061" cy="76506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891" y="16891"/>
              <a:ext cx="731266" cy="731266"/>
            </a:xfrm>
            <a:custGeom>
              <a:avLst/>
              <a:gdLst/>
              <a:ahLst/>
              <a:cxnLst/>
              <a:rect r="r" b="b" t="t" l="l"/>
              <a:pathLst>
                <a:path h="731266" w="731266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cubicBezTo>
                    <a:pt x="567563" y="0"/>
                    <a:pt x="731266" y="163703"/>
                    <a:pt x="731266" y="365633"/>
                  </a:cubicBezTo>
                  <a:cubicBezTo>
                    <a:pt x="731266" y="567563"/>
                    <a:pt x="567563" y="731266"/>
                    <a:pt x="365633" y="731266"/>
                  </a:cubicBezTo>
                  <a:cubicBezTo>
                    <a:pt x="163703" y="731266"/>
                    <a:pt x="0" y="567563"/>
                    <a:pt x="0" y="365633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65048" cy="765048"/>
            </a:xfrm>
            <a:custGeom>
              <a:avLst/>
              <a:gdLst/>
              <a:ahLst/>
              <a:cxnLst/>
              <a:rect r="r" b="b" t="t" l="l"/>
              <a:pathLst>
                <a:path h="765048" w="765048">
                  <a:moveTo>
                    <a:pt x="0" y="382524"/>
                  </a:moveTo>
                  <a:cubicBezTo>
                    <a:pt x="0" y="171323"/>
                    <a:pt x="171323" y="0"/>
                    <a:pt x="382524" y="0"/>
                  </a:cubicBezTo>
                  <a:lnTo>
                    <a:pt x="382524" y="16891"/>
                  </a:lnTo>
                  <a:lnTo>
                    <a:pt x="382524" y="0"/>
                  </a:lnTo>
                  <a:cubicBezTo>
                    <a:pt x="593852" y="0"/>
                    <a:pt x="765048" y="171323"/>
                    <a:pt x="765048" y="382524"/>
                  </a:cubicBezTo>
                  <a:cubicBezTo>
                    <a:pt x="765048" y="593852"/>
                    <a:pt x="593725" y="765048"/>
                    <a:pt x="382524" y="765048"/>
                  </a:cubicBezTo>
                  <a:lnTo>
                    <a:pt x="382524" y="748157"/>
                  </a:lnTo>
                  <a:lnTo>
                    <a:pt x="382524" y="765048"/>
                  </a:lnTo>
                  <a:cubicBezTo>
                    <a:pt x="171323" y="765048"/>
                    <a:pt x="0" y="593852"/>
                    <a:pt x="0" y="382524"/>
                  </a:cubicBezTo>
                  <a:lnTo>
                    <a:pt x="16891" y="382524"/>
                  </a:lnTo>
                  <a:lnTo>
                    <a:pt x="31369" y="391287"/>
                  </a:lnTo>
                  <a:cubicBezTo>
                    <a:pt x="27432" y="397764"/>
                    <a:pt x="19685" y="400812"/>
                    <a:pt x="12319" y="398780"/>
                  </a:cubicBezTo>
                  <a:cubicBezTo>
                    <a:pt x="4953" y="396748"/>
                    <a:pt x="0" y="390144"/>
                    <a:pt x="0" y="382524"/>
                  </a:cubicBezTo>
                  <a:moveTo>
                    <a:pt x="33909" y="382524"/>
                  </a:moveTo>
                  <a:lnTo>
                    <a:pt x="16891" y="382524"/>
                  </a:lnTo>
                  <a:lnTo>
                    <a:pt x="2413" y="373761"/>
                  </a:lnTo>
                  <a:cubicBezTo>
                    <a:pt x="6350" y="367284"/>
                    <a:pt x="14097" y="364236"/>
                    <a:pt x="21463" y="366268"/>
                  </a:cubicBezTo>
                  <a:cubicBezTo>
                    <a:pt x="28829" y="368300"/>
                    <a:pt x="33782" y="375031"/>
                    <a:pt x="33782" y="382524"/>
                  </a:cubicBezTo>
                  <a:cubicBezTo>
                    <a:pt x="33782" y="575056"/>
                    <a:pt x="189865" y="731139"/>
                    <a:pt x="382397" y="731139"/>
                  </a:cubicBezTo>
                  <a:cubicBezTo>
                    <a:pt x="574929" y="731139"/>
                    <a:pt x="731012" y="575056"/>
                    <a:pt x="731012" y="382524"/>
                  </a:cubicBezTo>
                  <a:lnTo>
                    <a:pt x="747903" y="382524"/>
                  </a:lnTo>
                  <a:lnTo>
                    <a:pt x="731012" y="382524"/>
                  </a:lnTo>
                  <a:cubicBezTo>
                    <a:pt x="731012" y="189992"/>
                    <a:pt x="574929" y="33909"/>
                    <a:pt x="382397" y="33909"/>
                  </a:cubicBezTo>
                  <a:lnTo>
                    <a:pt x="382397" y="16891"/>
                  </a:lnTo>
                  <a:lnTo>
                    <a:pt x="382397" y="33909"/>
                  </a:lnTo>
                  <a:cubicBezTo>
                    <a:pt x="189992" y="33909"/>
                    <a:pt x="33909" y="189992"/>
                    <a:pt x="33909" y="382524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6492364" y="7898273"/>
            <a:ext cx="548402" cy="548402"/>
            <a:chOff x="0" y="0"/>
            <a:chExt cx="731202" cy="73120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31200" cy="731200"/>
            </a:xfrm>
            <a:custGeom>
              <a:avLst/>
              <a:gdLst/>
              <a:ahLst/>
              <a:cxnLst/>
              <a:rect r="r" b="b" t="t" l="l"/>
              <a:pathLst>
                <a:path h="731200" w="731200">
                  <a:moveTo>
                    <a:pt x="0" y="0"/>
                  </a:moveTo>
                  <a:lnTo>
                    <a:pt x="731200" y="0"/>
                  </a:lnTo>
                  <a:lnTo>
                    <a:pt x="731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731202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7132444" y="7823597"/>
            <a:ext cx="1920002" cy="13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Servidor consome a mensagem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9222867" y="7885576"/>
            <a:ext cx="573796" cy="573796"/>
            <a:chOff x="0" y="0"/>
            <a:chExt cx="765061" cy="76506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731266" cy="731266"/>
            </a:xfrm>
            <a:custGeom>
              <a:avLst/>
              <a:gdLst/>
              <a:ahLst/>
              <a:cxnLst/>
              <a:rect r="r" b="b" t="t" l="l"/>
              <a:pathLst>
                <a:path h="731266" w="731266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cubicBezTo>
                    <a:pt x="567563" y="0"/>
                    <a:pt x="731266" y="163703"/>
                    <a:pt x="731266" y="365633"/>
                  </a:cubicBezTo>
                  <a:cubicBezTo>
                    <a:pt x="731266" y="567563"/>
                    <a:pt x="567563" y="731266"/>
                    <a:pt x="365633" y="731266"/>
                  </a:cubicBezTo>
                  <a:cubicBezTo>
                    <a:pt x="163703" y="731266"/>
                    <a:pt x="0" y="567563"/>
                    <a:pt x="0" y="365633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65048" cy="765048"/>
            </a:xfrm>
            <a:custGeom>
              <a:avLst/>
              <a:gdLst/>
              <a:ahLst/>
              <a:cxnLst/>
              <a:rect r="r" b="b" t="t" l="l"/>
              <a:pathLst>
                <a:path h="765048" w="765048">
                  <a:moveTo>
                    <a:pt x="0" y="382524"/>
                  </a:moveTo>
                  <a:cubicBezTo>
                    <a:pt x="0" y="171323"/>
                    <a:pt x="171323" y="0"/>
                    <a:pt x="382524" y="0"/>
                  </a:cubicBezTo>
                  <a:lnTo>
                    <a:pt x="382524" y="16891"/>
                  </a:lnTo>
                  <a:lnTo>
                    <a:pt x="382524" y="0"/>
                  </a:lnTo>
                  <a:cubicBezTo>
                    <a:pt x="593852" y="0"/>
                    <a:pt x="765048" y="171323"/>
                    <a:pt x="765048" y="382524"/>
                  </a:cubicBezTo>
                  <a:cubicBezTo>
                    <a:pt x="765048" y="593852"/>
                    <a:pt x="593725" y="765048"/>
                    <a:pt x="382524" y="765048"/>
                  </a:cubicBezTo>
                  <a:lnTo>
                    <a:pt x="382524" y="748157"/>
                  </a:lnTo>
                  <a:lnTo>
                    <a:pt x="382524" y="765048"/>
                  </a:lnTo>
                  <a:cubicBezTo>
                    <a:pt x="171323" y="765048"/>
                    <a:pt x="0" y="593852"/>
                    <a:pt x="0" y="382524"/>
                  </a:cubicBezTo>
                  <a:lnTo>
                    <a:pt x="16891" y="382524"/>
                  </a:lnTo>
                  <a:lnTo>
                    <a:pt x="31369" y="391287"/>
                  </a:lnTo>
                  <a:cubicBezTo>
                    <a:pt x="27432" y="397764"/>
                    <a:pt x="19685" y="400812"/>
                    <a:pt x="12319" y="398780"/>
                  </a:cubicBezTo>
                  <a:cubicBezTo>
                    <a:pt x="4953" y="396748"/>
                    <a:pt x="0" y="390144"/>
                    <a:pt x="0" y="382524"/>
                  </a:cubicBezTo>
                  <a:moveTo>
                    <a:pt x="33909" y="382524"/>
                  </a:moveTo>
                  <a:lnTo>
                    <a:pt x="16891" y="382524"/>
                  </a:lnTo>
                  <a:lnTo>
                    <a:pt x="2413" y="373761"/>
                  </a:lnTo>
                  <a:cubicBezTo>
                    <a:pt x="6350" y="367284"/>
                    <a:pt x="14097" y="364236"/>
                    <a:pt x="21463" y="366268"/>
                  </a:cubicBezTo>
                  <a:cubicBezTo>
                    <a:pt x="28829" y="368300"/>
                    <a:pt x="33782" y="375031"/>
                    <a:pt x="33782" y="382524"/>
                  </a:cubicBezTo>
                  <a:cubicBezTo>
                    <a:pt x="33782" y="575056"/>
                    <a:pt x="189865" y="731139"/>
                    <a:pt x="382397" y="731139"/>
                  </a:cubicBezTo>
                  <a:cubicBezTo>
                    <a:pt x="574929" y="731139"/>
                    <a:pt x="731012" y="575056"/>
                    <a:pt x="731012" y="382524"/>
                  </a:cubicBezTo>
                  <a:lnTo>
                    <a:pt x="747903" y="382524"/>
                  </a:lnTo>
                  <a:lnTo>
                    <a:pt x="731012" y="382524"/>
                  </a:lnTo>
                  <a:cubicBezTo>
                    <a:pt x="731012" y="189992"/>
                    <a:pt x="574929" y="33909"/>
                    <a:pt x="382397" y="33909"/>
                  </a:cubicBezTo>
                  <a:lnTo>
                    <a:pt x="382397" y="16891"/>
                  </a:lnTo>
                  <a:lnTo>
                    <a:pt x="382397" y="33909"/>
                  </a:lnTo>
                  <a:cubicBezTo>
                    <a:pt x="189992" y="33909"/>
                    <a:pt x="33909" y="189992"/>
                    <a:pt x="33909" y="382524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235564" y="7898273"/>
            <a:ext cx="548402" cy="548402"/>
            <a:chOff x="0" y="0"/>
            <a:chExt cx="731202" cy="73120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31200" cy="731200"/>
            </a:xfrm>
            <a:custGeom>
              <a:avLst/>
              <a:gdLst/>
              <a:ahLst/>
              <a:cxnLst/>
              <a:rect r="r" b="b" t="t" l="l"/>
              <a:pathLst>
                <a:path h="731200" w="731200">
                  <a:moveTo>
                    <a:pt x="0" y="0"/>
                  </a:moveTo>
                  <a:lnTo>
                    <a:pt x="731200" y="0"/>
                  </a:lnTo>
                  <a:lnTo>
                    <a:pt x="731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731202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9875644" y="7823597"/>
            <a:ext cx="1920002" cy="13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Servidor processa a operação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11966067" y="7885576"/>
            <a:ext cx="573796" cy="573796"/>
            <a:chOff x="0" y="0"/>
            <a:chExt cx="765061" cy="76506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31266" cy="731266"/>
            </a:xfrm>
            <a:custGeom>
              <a:avLst/>
              <a:gdLst/>
              <a:ahLst/>
              <a:cxnLst/>
              <a:rect r="r" b="b" t="t" l="l"/>
              <a:pathLst>
                <a:path h="731266" w="731266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cubicBezTo>
                    <a:pt x="567563" y="0"/>
                    <a:pt x="731266" y="163703"/>
                    <a:pt x="731266" y="365633"/>
                  </a:cubicBezTo>
                  <a:cubicBezTo>
                    <a:pt x="731266" y="567563"/>
                    <a:pt x="567563" y="731266"/>
                    <a:pt x="365633" y="731266"/>
                  </a:cubicBezTo>
                  <a:cubicBezTo>
                    <a:pt x="163703" y="731266"/>
                    <a:pt x="0" y="567563"/>
                    <a:pt x="0" y="365633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65048" cy="765048"/>
            </a:xfrm>
            <a:custGeom>
              <a:avLst/>
              <a:gdLst/>
              <a:ahLst/>
              <a:cxnLst/>
              <a:rect r="r" b="b" t="t" l="l"/>
              <a:pathLst>
                <a:path h="765048" w="765048">
                  <a:moveTo>
                    <a:pt x="0" y="382524"/>
                  </a:moveTo>
                  <a:cubicBezTo>
                    <a:pt x="0" y="171323"/>
                    <a:pt x="171323" y="0"/>
                    <a:pt x="382524" y="0"/>
                  </a:cubicBezTo>
                  <a:lnTo>
                    <a:pt x="382524" y="16891"/>
                  </a:lnTo>
                  <a:lnTo>
                    <a:pt x="382524" y="0"/>
                  </a:lnTo>
                  <a:cubicBezTo>
                    <a:pt x="593852" y="0"/>
                    <a:pt x="765048" y="171323"/>
                    <a:pt x="765048" y="382524"/>
                  </a:cubicBezTo>
                  <a:cubicBezTo>
                    <a:pt x="765048" y="593852"/>
                    <a:pt x="593725" y="765048"/>
                    <a:pt x="382524" y="765048"/>
                  </a:cubicBezTo>
                  <a:lnTo>
                    <a:pt x="382524" y="748157"/>
                  </a:lnTo>
                  <a:lnTo>
                    <a:pt x="382524" y="765048"/>
                  </a:lnTo>
                  <a:cubicBezTo>
                    <a:pt x="171323" y="765048"/>
                    <a:pt x="0" y="593852"/>
                    <a:pt x="0" y="382524"/>
                  </a:cubicBezTo>
                  <a:lnTo>
                    <a:pt x="16891" y="382524"/>
                  </a:lnTo>
                  <a:lnTo>
                    <a:pt x="31369" y="391287"/>
                  </a:lnTo>
                  <a:cubicBezTo>
                    <a:pt x="27432" y="397764"/>
                    <a:pt x="19685" y="400812"/>
                    <a:pt x="12319" y="398780"/>
                  </a:cubicBezTo>
                  <a:cubicBezTo>
                    <a:pt x="4953" y="396748"/>
                    <a:pt x="0" y="390144"/>
                    <a:pt x="0" y="382524"/>
                  </a:cubicBezTo>
                  <a:moveTo>
                    <a:pt x="33909" y="382524"/>
                  </a:moveTo>
                  <a:lnTo>
                    <a:pt x="16891" y="382524"/>
                  </a:lnTo>
                  <a:lnTo>
                    <a:pt x="2413" y="373761"/>
                  </a:lnTo>
                  <a:cubicBezTo>
                    <a:pt x="6350" y="367284"/>
                    <a:pt x="14097" y="364236"/>
                    <a:pt x="21463" y="366268"/>
                  </a:cubicBezTo>
                  <a:cubicBezTo>
                    <a:pt x="28829" y="368300"/>
                    <a:pt x="33782" y="375031"/>
                    <a:pt x="33782" y="382524"/>
                  </a:cubicBezTo>
                  <a:cubicBezTo>
                    <a:pt x="33782" y="575056"/>
                    <a:pt x="189865" y="731139"/>
                    <a:pt x="382397" y="731139"/>
                  </a:cubicBezTo>
                  <a:cubicBezTo>
                    <a:pt x="574929" y="731139"/>
                    <a:pt x="731012" y="575056"/>
                    <a:pt x="731012" y="382524"/>
                  </a:cubicBezTo>
                  <a:lnTo>
                    <a:pt x="747903" y="382524"/>
                  </a:lnTo>
                  <a:lnTo>
                    <a:pt x="731012" y="382524"/>
                  </a:lnTo>
                  <a:cubicBezTo>
                    <a:pt x="731012" y="189992"/>
                    <a:pt x="574929" y="33909"/>
                    <a:pt x="382397" y="33909"/>
                  </a:cubicBezTo>
                  <a:lnTo>
                    <a:pt x="382397" y="16891"/>
                  </a:lnTo>
                  <a:lnTo>
                    <a:pt x="382397" y="33909"/>
                  </a:lnTo>
                  <a:cubicBezTo>
                    <a:pt x="189992" y="33909"/>
                    <a:pt x="33909" y="189992"/>
                    <a:pt x="33909" y="382524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978764" y="7898273"/>
            <a:ext cx="548402" cy="548402"/>
            <a:chOff x="0" y="0"/>
            <a:chExt cx="731202" cy="73120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31200" cy="731200"/>
            </a:xfrm>
            <a:custGeom>
              <a:avLst/>
              <a:gdLst/>
              <a:ahLst/>
              <a:cxnLst/>
              <a:rect r="r" b="b" t="t" l="l"/>
              <a:pathLst>
                <a:path h="731200" w="731200">
                  <a:moveTo>
                    <a:pt x="0" y="0"/>
                  </a:moveTo>
                  <a:lnTo>
                    <a:pt x="731200" y="0"/>
                  </a:lnTo>
                  <a:lnTo>
                    <a:pt x="731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731202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122" id="122"/>
          <p:cNvSpPr txBox="true"/>
          <p:nvPr/>
        </p:nvSpPr>
        <p:spPr>
          <a:xfrm rot="0">
            <a:off x="12618844" y="7823597"/>
            <a:ext cx="1920002" cy="13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Servidor publica a resposta usando ReplyTo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14709267" y="7885576"/>
            <a:ext cx="573796" cy="573796"/>
            <a:chOff x="0" y="0"/>
            <a:chExt cx="765061" cy="765061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6891" y="16891"/>
              <a:ext cx="731266" cy="731266"/>
            </a:xfrm>
            <a:custGeom>
              <a:avLst/>
              <a:gdLst/>
              <a:ahLst/>
              <a:cxnLst/>
              <a:rect r="r" b="b" t="t" l="l"/>
              <a:pathLst>
                <a:path h="731266" w="731266">
                  <a:moveTo>
                    <a:pt x="0" y="365633"/>
                  </a:moveTo>
                  <a:cubicBezTo>
                    <a:pt x="0" y="163703"/>
                    <a:pt x="163703" y="0"/>
                    <a:pt x="365633" y="0"/>
                  </a:cubicBezTo>
                  <a:cubicBezTo>
                    <a:pt x="567563" y="0"/>
                    <a:pt x="731266" y="163703"/>
                    <a:pt x="731266" y="365633"/>
                  </a:cubicBezTo>
                  <a:cubicBezTo>
                    <a:pt x="731266" y="567563"/>
                    <a:pt x="567563" y="731266"/>
                    <a:pt x="365633" y="731266"/>
                  </a:cubicBezTo>
                  <a:cubicBezTo>
                    <a:pt x="163703" y="731266"/>
                    <a:pt x="0" y="567563"/>
                    <a:pt x="0" y="365633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65048" cy="765048"/>
            </a:xfrm>
            <a:custGeom>
              <a:avLst/>
              <a:gdLst/>
              <a:ahLst/>
              <a:cxnLst/>
              <a:rect r="r" b="b" t="t" l="l"/>
              <a:pathLst>
                <a:path h="765048" w="765048">
                  <a:moveTo>
                    <a:pt x="0" y="382524"/>
                  </a:moveTo>
                  <a:cubicBezTo>
                    <a:pt x="0" y="171323"/>
                    <a:pt x="171323" y="0"/>
                    <a:pt x="382524" y="0"/>
                  </a:cubicBezTo>
                  <a:lnTo>
                    <a:pt x="382524" y="16891"/>
                  </a:lnTo>
                  <a:lnTo>
                    <a:pt x="382524" y="0"/>
                  </a:lnTo>
                  <a:cubicBezTo>
                    <a:pt x="593852" y="0"/>
                    <a:pt x="765048" y="171323"/>
                    <a:pt x="765048" y="382524"/>
                  </a:cubicBezTo>
                  <a:cubicBezTo>
                    <a:pt x="765048" y="593852"/>
                    <a:pt x="593725" y="765048"/>
                    <a:pt x="382524" y="765048"/>
                  </a:cubicBezTo>
                  <a:lnTo>
                    <a:pt x="382524" y="748157"/>
                  </a:lnTo>
                  <a:lnTo>
                    <a:pt x="382524" y="765048"/>
                  </a:lnTo>
                  <a:cubicBezTo>
                    <a:pt x="171323" y="765048"/>
                    <a:pt x="0" y="593852"/>
                    <a:pt x="0" y="382524"/>
                  </a:cubicBezTo>
                  <a:lnTo>
                    <a:pt x="16891" y="382524"/>
                  </a:lnTo>
                  <a:lnTo>
                    <a:pt x="31369" y="391287"/>
                  </a:lnTo>
                  <a:cubicBezTo>
                    <a:pt x="27432" y="397764"/>
                    <a:pt x="19685" y="400812"/>
                    <a:pt x="12319" y="398780"/>
                  </a:cubicBezTo>
                  <a:cubicBezTo>
                    <a:pt x="4953" y="396748"/>
                    <a:pt x="0" y="390144"/>
                    <a:pt x="0" y="382524"/>
                  </a:cubicBezTo>
                  <a:moveTo>
                    <a:pt x="33909" y="382524"/>
                  </a:moveTo>
                  <a:lnTo>
                    <a:pt x="16891" y="382524"/>
                  </a:lnTo>
                  <a:lnTo>
                    <a:pt x="2413" y="373761"/>
                  </a:lnTo>
                  <a:cubicBezTo>
                    <a:pt x="6350" y="367284"/>
                    <a:pt x="14097" y="364236"/>
                    <a:pt x="21463" y="366268"/>
                  </a:cubicBezTo>
                  <a:cubicBezTo>
                    <a:pt x="28829" y="368300"/>
                    <a:pt x="33782" y="375031"/>
                    <a:pt x="33782" y="382524"/>
                  </a:cubicBezTo>
                  <a:cubicBezTo>
                    <a:pt x="33782" y="575056"/>
                    <a:pt x="189865" y="731139"/>
                    <a:pt x="382397" y="731139"/>
                  </a:cubicBezTo>
                  <a:cubicBezTo>
                    <a:pt x="574929" y="731139"/>
                    <a:pt x="731012" y="575056"/>
                    <a:pt x="731012" y="382524"/>
                  </a:cubicBezTo>
                  <a:lnTo>
                    <a:pt x="747903" y="382524"/>
                  </a:lnTo>
                  <a:lnTo>
                    <a:pt x="731012" y="382524"/>
                  </a:lnTo>
                  <a:cubicBezTo>
                    <a:pt x="731012" y="189992"/>
                    <a:pt x="574929" y="33909"/>
                    <a:pt x="382397" y="33909"/>
                  </a:cubicBezTo>
                  <a:lnTo>
                    <a:pt x="382397" y="16891"/>
                  </a:lnTo>
                  <a:lnTo>
                    <a:pt x="382397" y="33909"/>
                  </a:lnTo>
                  <a:cubicBezTo>
                    <a:pt x="189992" y="33909"/>
                    <a:pt x="33909" y="189992"/>
                    <a:pt x="33909" y="382524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4721964" y="7898273"/>
            <a:ext cx="548402" cy="548402"/>
            <a:chOff x="0" y="0"/>
            <a:chExt cx="731202" cy="73120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31200" cy="731200"/>
            </a:xfrm>
            <a:custGeom>
              <a:avLst/>
              <a:gdLst/>
              <a:ahLst/>
              <a:cxnLst/>
              <a:rect r="r" b="b" t="t" l="l"/>
              <a:pathLst>
                <a:path h="731200" w="731200">
                  <a:moveTo>
                    <a:pt x="0" y="0"/>
                  </a:moveTo>
                  <a:lnTo>
                    <a:pt x="731200" y="0"/>
                  </a:lnTo>
                  <a:lnTo>
                    <a:pt x="731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731202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5362044" y="7823597"/>
            <a:ext cx="1920002" cy="13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 recebe resposta na replyQueue temporária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1370362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Tecnologías Utilizadas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843"/>
            <a:chOff x="0" y="0"/>
            <a:chExt cx="1253071" cy="155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920"/>
            </a:xfrm>
            <a:custGeom>
              <a:avLst/>
              <a:gdLst/>
              <a:ahLst/>
              <a:cxnLst/>
              <a:rect r="r" b="b" t="t" l="l"/>
              <a:pathLst>
                <a:path h="1219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704"/>
            </a:xfrm>
            <a:custGeom>
              <a:avLst/>
              <a:gdLst/>
              <a:ahLst/>
              <a:cxnLst/>
              <a:rect r="r" b="b" t="t" l="l"/>
              <a:pathLst>
                <a:path h="155704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811"/>
                  </a:lnTo>
                  <a:cubicBezTo>
                    <a:pt x="1252982" y="148209"/>
                    <a:pt x="1245362" y="155702"/>
                    <a:pt x="1236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236091" y="121920"/>
                  </a:lnTo>
                  <a:lnTo>
                    <a:pt x="1236091" y="138811"/>
                  </a:lnTo>
                  <a:lnTo>
                    <a:pt x="1219200" y="1388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3955809"/>
            <a:ext cx="16748598" cy="939803"/>
            <a:chOff x="0" y="0"/>
            <a:chExt cx="22331464" cy="1253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2297645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297645">
                  <a:moveTo>
                    <a:pt x="0" y="0"/>
                  </a:moveTo>
                  <a:lnTo>
                    <a:pt x="22297645" y="0"/>
                  </a:lnTo>
                  <a:lnTo>
                    <a:pt x="2229764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31426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331426">
                  <a:moveTo>
                    <a:pt x="16891" y="0"/>
                  </a:moveTo>
                  <a:lnTo>
                    <a:pt x="22314536" y="0"/>
                  </a:lnTo>
                  <a:cubicBezTo>
                    <a:pt x="22323933" y="0"/>
                    <a:pt x="22331426" y="7620"/>
                    <a:pt x="22331426" y="16891"/>
                  </a:cubicBezTo>
                  <a:lnTo>
                    <a:pt x="22331426" y="1236091"/>
                  </a:lnTo>
                  <a:cubicBezTo>
                    <a:pt x="22331426" y="1245489"/>
                    <a:pt x="22323806" y="1252982"/>
                    <a:pt x="22314536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314536" y="1219200"/>
                  </a:lnTo>
                  <a:lnTo>
                    <a:pt x="22314536" y="1236091"/>
                  </a:lnTo>
                  <a:lnTo>
                    <a:pt x="22297645" y="1236091"/>
                  </a:lnTo>
                  <a:lnTo>
                    <a:pt x="22297645" y="16891"/>
                  </a:lnTo>
                  <a:lnTo>
                    <a:pt x="22314536" y="16891"/>
                  </a:lnTo>
                  <a:lnTo>
                    <a:pt x="2231453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3955809"/>
            <a:ext cx="312201" cy="939803"/>
            <a:chOff x="0" y="0"/>
            <a:chExt cx="416268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382397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397">
                  <a:moveTo>
                    <a:pt x="0" y="0"/>
                  </a:moveTo>
                  <a:lnTo>
                    <a:pt x="382397" y="0"/>
                  </a:lnTo>
                  <a:lnTo>
                    <a:pt x="38239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6179" cy="1252984"/>
            </a:xfrm>
            <a:custGeom>
              <a:avLst/>
              <a:gdLst/>
              <a:ahLst/>
              <a:cxnLst/>
              <a:rect r="r" b="b" t="t" l="l"/>
              <a:pathLst>
                <a:path h="1252984" w="416179">
                  <a:moveTo>
                    <a:pt x="16891" y="0"/>
                  </a:moveTo>
                  <a:lnTo>
                    <a:pt x="399288" y="0"/>
                  </a:lnTo>
                  <a:cubicBezTo>
                    <a:pt x="408686" y="0"/>
                    <a:pt x="416179" y="7620"/>
                    <a:pt x="416179" y="16891"/>
                  </a:cubicBezTo>
                  <a:lnTo>
                    <a:pt x="416179" y="1236091"/>
                  </a:lnTo>
                  <a:cubicBezTo>
                    <a:pt x="416179" y="1245489"/>
                    <a:pt x="408559" y="1252982"/>
                    <a:pt x="399288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99288" y="1219200"/>
                  </a:lnTo>
                  <a:lnTo>
                    <a:pt x="399288" y="1236091"/>
                  </a:lnTo>
                  <a:lnTo>
                    <a:pt x="382397" y="1236091"/>
                  </a:lnTo>
                  <a:lnTo>
                    <a:pt x="382397" y="16891"/>
                  </a:lnTo>
                  <a:lnTo>
                    <a:pt x="399288" y="16891"/>
                  </a:lnTo>
                  <a:lnTo>
                    <a:pt x="3992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74450" y="3968515"/>
            <a:ext cx="6211195" cy="914400"/>
            <a:chOff x="0" y="0"/>
            <a:chExt cx="8281594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81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81600">
                  <a:moveTo>
                    <a:pt x="0" y="0"/>
                  </a:moveTo>
                  <a:lnTo>
                    <a:pt x="8281600" y="0"/>
                  </a:lnTo>
                  <a:lnTo>
                    <a:pt x="8281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54" r="0" b="-823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28159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Linguagem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81515" y="3968515"/>
            <a:ext cx="9078601" cy="914400"/>
            <a:chOff x="0" y="0"/>
            <a:chExt cx="12104802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0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04800">
                  <a:moveTo>
                    <a:pt x="0" y="0"/>
                  </a:moveTo>
                  <a:lnTo>
                    <a:pt x="12104800" y="0"/>
                  </a:lnTo>
                  <a:lnTo>
                    <a:pt x="1210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56" r="0" b="-14345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104802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C# / .NET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1703" y="4979937"/>
            <a:ext cx="16748598" cy="939803"/>
            <a:chOff x="0" y="0"/>
            <a:chExt cx="22331464" cy="12530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2297645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297645">
                  <a:moveTo>
                    <a:pt x="0" y="0"/>
                  </a:moveTo>
                  <a:lnTo>
                    <a:pt x="22297645" y="0"/>
                  </a:lnTo>
                  <a:lnTo>
                    <a:pt x="2229764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331426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331426">
                  <a:moveTo>
                    <a:pt x="16891" y="0"/>
                  </a:moveTo>
                  <a:lnTo>
                    <a:pt x="22314536" y="0"/>
                  </a:lnTo>
                  <a:cubicBezTo>
                    <a:pt x="22323933" y="0"/>
                    <a:pt x="22331426" y="7620"/>
                    <a:pt x="22331426" y="16891"/>
                  </a:cubicBezTo>
                  <a:lnTo>
                    <a:pt x="22331426" y="1236091"/>
                  </a:lnTo>
                  <a:cubicBezTo>
                    <a:pt x="22331426" y="1245489"/>
                    <a:pt x="22323806" y="1252982"/>
                    <a:pt x="22314536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314536" y="1219200"/>
                  </a:lnTo>
                  <a:lnTo>
                    <a:pt x="22314536" y="1236091"/>
                  </a:lnTo>
                  <a:lnTo>
                    <a:pt x="22297645" y="1236091"/>
                  </a:lnTo>
                  <a:lnTo>
                    <a:pt x="22297645" y="16891"/>
                  </a:lnTo>
                  <a:lnTo>
                    <a:pt x="22314536" y="16891"/>
                  </a:lnTo>
                  <a:lnTo>
                    <a:pt x="2231453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01703" y="4979937"/>
            <a:ext cx="312201" cy="939803"/>
            <a:chOff x="0" y="0"/>
            <a:chExt cx="416268" cy="1253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382397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397">
                  <a:moveTo>
                    <a:pt x="0" y="0"/>
                  </a:moveTo>
                  <a:lnTo>
                    <a:pt x="382397" y="0"/>
                  </a:lnTo>
                  <a:lnTo>
                    <a:pt x="38239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6179" cy="1252984"/>
            </a:xfrm>
            <a:custGeom>
              <a:avLst/>
              <a:gdLst/>
              <a:ahLst/>
              <a:cxnLst/>
              <a:rect r="r" b="b" t="t" l="l"/>
              <a:pathLst>
                <a:path h="1252984" w="416179">
                  <a:moveTo>
                    <a:pt x="16891" y="0"/>
                  </a:moveTo>
                  <a:lnTo>
                    <a:pt x="399288" y="0"/>
                  </a:lnTo>
                  <a:cubicBezTo>
                    <a:pt x="408686" y="0"/>
                    <a:pt x="416179" y="7620"/>
                    <a:pt x="416179" y="16891"/>
                  </a:cubicBezTo>
                  <a:lnTo>
                    <a:pt x="416179" y="1236091"/>
                  </a:lnTo>
                  <a:cubicBezTo>
                    <a:pt x="416179" y="1245489"/>
                    <a:pt x="408559" y="1252982"/>
                    <a:pt x="399288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99288" y="1219200"/>
                  </a:lnTo>
                  <a:lnTo>
                    <a:pt x="399288" y="1236091"/>
                  </a:lnTo>
                  <a:lnTo>
                    <a:pt x="382397" y="1236091"/>
                  </a:lnTo>
                  <a:lnTo>
                    <a:pt x="382397" y="16891"/>
                  </a:lnTo>
                  <a:lnTo>
                    <a:pt x="399288" y="16891"/>
                  </a:lnTo>
                  <a:lnTo>
                    <a:pt x="3992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74450" y="4992634"/>
            <a:ext cx="6211195" cy="914400"/>
            <a:chOff x="0" y="0"/>
            <a:chExt cx="8281594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81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81600">
                  <a:moveTo>
                    <a:pt x="0" y="0"/>
                  </a:moveTo>
                  <a:lnTo>
                    <a:pt x="8281600" y="0"/>
                  </a:lnTo>
                  <a:lnTo>
                    <a:pt x="8281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54" r="0" b="-823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8159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Biblioteca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081515" y="4992634"/>
            <a:ext cx="9078601" cy="914400"/>
            <a:chOff x="0" y="0"/>
            <a:chExt cx="12104802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0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04800">
                  <a:moveTo>
                    <a:pt x="0" y="0"/>
                  </a:moveTo>
                  <a:lnTo>
                    <a:pt x="12104800" y="0"/>
                  </a:lnTo>
                  <a:lnTo>
                    <a:pt x="1210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56" r="0" b="-1434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2104802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RabbitMQ.Client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1703" y="6004055"/>
            <a:ext cx="16748598" cy="939803"/>
            <a:chOff x="0" y="0"/>
            <a:chExt cx="22331464" cy="12530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2297645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297645">
                  <a:moveTo>
                    <a:pt x="0" y="0"/>
                  </a:moveTo>
                  <a:lnTo>
                    <a:pt x="22297645" y="0"/>
                  </a:lnTo>
                  <a:lnTo>
                    <a:pt x="2229764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331426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331426">
                  <a:moveTo>
                    <a:pt x="16891" y="0"/>
                  </a:moveTo>
                  <a:lnTo>
                    <a:pt x="22314536" y="0"/>
                  </a:lnTo>
                  <a:cubicBezTo>
                    <a:pt x="22323933" y="0"/>
                    <a:pt x="22331426" y="7620"/>
                    <a:pt x="22331426" y="16891"/>
                  </a:cubicBezTo>
                  <a:lnTo>
                    <a:pt x="22331426" y="1236091"/>
                  </a:lnTo>
                  <a:cubicBezTo>
                    <a:pt x="22331426" y="1245489"/>
                    <a:pt x="22323806" y="1252982"/>
                    <a:pt x="22314536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314536" y="1219200"/>
                  </a:lnTo>
                  <a:lnTo>
                    <a:pt x="22314536" y="1236091"/>
                  </a:lnTo>
                  <a:lnTo>
                    <a:pt x="22297645" y="1236091"/>
                  </a:lnTo>
                  <a:lnTo>
                    <a:pt x="22297645" y="16891"/>
                  </a:lnTo>
                  <a:lnTo>
                    <a:pt x="22314536" y="16891"/>
                  </a:lnTo>
                  <a:lnTo>
                    <a:pt x="2231453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01703" y="6004055"/>
            <a:ext cx="312201" cy="939803"/>
            <a:chOff x="0" y="0"/>
            <a:chExt cx="416268" cy="12530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382397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397">
                  <a:moveTo>
                    <a:pt x="0" y="0"/>
                  </a:moveTo>
                  <a:lnTo>
                    <a:pt x="382397" y="0"/>
                  </a:lnTo>
                  <a:lnTo>
                    <a:pt x="38239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6179" cy="1252984"/>
            </a:xfrm>
            <a:custGeom>
              <a:avLst/>
              <a:gdLst/>
              <a:ahLst/>
              <a:cxnLst/>
              <a:rect r="r" b="b" t="t" l="l"/>
              <a:pathLst>
                <a:path h="1252984" w="416179">
                  <a:moveTo>
                    <a:pt x="16891" y="0"/>
                  </a:moveTo>
                  <a:lnTo>
                    <a:pt x="399288" y="0"/>
                  </a:lnTo>
                  <a:cubicBezTo>
                    <a:pt x="408686" y="0"/>
                    <a:pt x="416179" y="7620"/>
                    <a:pt x="416179" y="16891"/>
                  </a:cubicBezTo>
                  <a:lnTo>
                    <a:pt x="416179" y="1236091"/>
                  </a:lnTo>
                  <a:cubicBezTo>
                    <a:pt x="416179" y="1245489"/>
                    <a:pt x="408559" y="1252982"/>
                    <a:pt x="399288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99288" y="1219200"/>
                  </a:lnTo>
                  <a:lnTo>
                    <a:pt x="399288" y="1236091"/>
                  </a:lnTo>
                  <a:lnTo>
                    <a:pt x="382397" y="1236091"/>
                  </a:lnTo>
                  <a:lnTo>
                    <a:pt x="382397" y="16891"/>
                  </a:lnTo>
                  <a:lnTo>
                    <a:pt x="399288" y="16891"/>
                  </a:lnTo>
                  <a:lnTo>
                    <a:pt x="3992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774450" y="6016752"/>
            <a:ext cx="6211195" cy="914400"/>
            <a:chOff x="0" y="0"/>
            <a:chExt cx="8281594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81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81600">
                  <a:moveTo>
                    <a:pt x="0" y="0"/>
                  </a:moveTo>
                  <a:lnTo>
                    <a:pt x="8281600" y="0"/>
                  </a:lnTo>
                  <a:lnTo>
                    <a:pt x="8281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54" r="0" b="-823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28159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Modelos de comunicação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081515" y="6016752"/>
            <a:ext cx="9078601" cy="914400"/>
            <a:chOff x="0" y="0"/>
            <a:chExt cx="12104802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0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04800">
                  <a:moveTo>
                    <a:pt x="0" y="0"/>
                  </a:moveTo>
                  <a:lnTo>
                    <a:pt x="12104800" y="0"/>
                  </a:lnTo>
                  <a:lnTo>
                    <a:pt x="1210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56" r="0" b="-14345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2104802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rpc (request-reply) e publish-subscribe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01703" y="7028174"/>
            <a:ext cx="16748598" cy="939803"/>
            <a:chOff x="0" y="0"/>
            <a:chExt cx="22331464" cy="12530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22297645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297645">
                  <a:moveTo>
                    <a:pt x="0" y="0"/>
                  </a:moveTo>
                  <a:lnTo>
                    <a:pt x="22297645" y="0"/>
                  </a:lnTo>
                  <a:lnTo>
                    <a:pt x="2229764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331426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331426">
                  <a:moveTo>
                    <a:pt x="16891" y="0"/>
                  </a:moveTo>
                  <a:lnTo>
                    <a:pt x="22314536" y="0"/>
                  </a:lnTo>
                  <a:cubicBezTo>
                    <a:pt x="22323933" y="0"/>
                    <a:pt x="22331426" y="7620"/>
                    <a:pt x="22331426" y="16891"/>
                  </a:cubicBezTo>
                  <a:lnTo>
                    <a:pt x="22331426" y="1236091"/>
                  </a:lnTo>
                  <a:cubicBezTo>
                    <a:pt x="22331426" y="1245489"/>
                    <a:pt x="22323806" y="1252982"/>
                    <a:pt x="22314536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314536" y="1219200"/>
                  </a:lnTo>
                  <a:lnTo>
                    <a:pt x="22314536" y="1236091"/>
                  </a:lnTo>
                  <a:lnTo>
                    <a:pt x="22297645" y="1236091"/>
                  </a:lnTo>
                  <a:lnTo>
                    <a:pt x="22297645" y="16891"/>
                  </a:lnTo>
                  <a:lnTo>
                    <a:pt x="22314536" y="16891"/>
                  </a:lnTo>
                  <a:lnTo>
                    <a:pt x="2231453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01703" y="7028174"/>
            <a:ext cx="312201" cy="939803"/>
            <a:chOff x="0" y="0"/>
            <a:chExt cx="416268" cy="1253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382397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397">
                  <a:moveTo>
                    <a:pt x="0" y="0"/>
                  </a:moveTo>
                  <a:lnTo>
                    <a:pt x="382397" y="0"/>
                  </a:lnTo>
                  <a:lnTo>
                    <a:pt x="38239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179" cy="1252984"/>
            </a:xfrm>
            <a:custGeom>
              <a:avLst/>
              <a:gdLst/>
              <a:ahLst/>
              <a:cxnLst/>
              <a:rect r="r" b="b" t="t" l="l"/>
              <a:pathLst>
                <a:path h="1252984" w="416179">
                  <a:moveTo>
                    <a:pt x="16891" y="0"/>
                  </a:moveTo>
                  <a:lnTo>
                    <a:pt x="399288" y="0"/>
                  </a:lnTo>
                  <a:cubicBezTo>
                    <a:pt x="408686" y="0"/>
                    <a:pt x="416179" y="7620"/>
                    <a:pt x="416179" y="16891"/>
                  </a:cubicBezTo>
                  <a:lnTo>
                    <a:pt x="416179" y="1236091"/>
                  </a:lnTo>
                  <a:cubicBezTo>
                    <a:pt x="416179" y="1245489"/>
                    <a:pt x="408559" y="1252982"/>
                    <a:pt x="399288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99288" y="1219200"/>
                  </a:lnTo>
                  <a:lnTo>
                    <a:pt x="399288" y="1236091"/>
                  </a:lnTo>
                  <a:lnTo>
                    <a:pt x="382397" y="1236091"/>
                  </a:lnTo>
                  <a:lnTo>
                    <a:pt x="382397" y="16891"/>
                  </a:lnTo>
                  <a:lnTo>
                    <a:pt x="399288" y="16891"/>
                  </a:lnTo>
                  <a:lnTo>
                    <a:pt x="3992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774450" y="7040880"/>
            <a:ext cx="6211195" cy="914400"/>
            <a:chOff x="0" y="0"/>
            <a:chExt cx="8281594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81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81600">
                  <a:moveTo>
                    <a:pt x="0" y="0"/>
                  </a:moveTo>
                  <a:lnTo>
                    <a:pt x="8281600" y="0"/>
                  </a:lnTo>
                  <a:lnTo>
                    <a:pt x="8281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54" r="0" b="-8235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28159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Resposta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081515" y="7040880"/>
            <a:ext cx="9078601" cy="914400"/>
            <a:chOff x="0" y="0"/>
            <a:chExt cx="12104802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10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04800">
                  <a:moveTo>
                    <a:pt x="0" y="0"/>
                  </a:moveTo>
                  <a:lnTo>
                    <a:pt x="12104800" y="0"/>
                  </a:lnTo>
                  <a:lnTo>
                    <a:pt x="1210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56" r="0" b="-14345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2104802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fila temporária via ReplyTo na requisição síncrona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01703" y="8052302"/>
            <a:ext cx="16748598" cy="939803"/>
            <a:chOff x="0" y="0"/>
            <a:chExt cx="22331464" cy="12530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2297645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297645">
                  <a:moveTo>
                    <a:pt x="0" y="0"/>
                  </a:moveTo>
                  <a:lnTo>
                    <a:pt x="22297645" y="0"/>
                  </a:lnTo>
                  <a:lnTo>
                    <a:pt x="2229764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331426" cy="1252984"/>
            </a:xfrm>
            <a:custGeom>
              <a:avLst/>
              <a:gdLst/>
              <a:ahLst/>
              <a:cxnLst/>
              <a:rect r="r" b="b" t="t" l="l"/>
              <a:pathLst>
                <a:path h="1252984" w="22331426">
                  <a:moveTo>
                    <a:pt x="16891" y="0"/>
                  </a:moveTo>
                  <a:lnTo>
                    <a:pt x="22314536" y="0"/>
                  </a:lnTo>
                  <a:cubicBezTo>
                    <a:pt x="22323933" y="0"/>
                    <a:pt x="22331426" y="7620"/>
                    <a:pt x="22331426" y="16891"/>
                  </a:cubicBezTo>
                  <a:lnTo>
                    <a:pt x="22331426" y="1236091"/>
                  </a:lnTo>
                  <a:cubicBezTo>
                    <a:pt x="22331426" y="1245489"/>
                    <a:pt x="22323806" y="1252982"/>
                    <a:pt x="22314536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22314536" y="1219200"/>
                  </a:lnTo>
                  <a:lnTo>
                    <a:pt x="22314536" y="1236091"/>
                  </a:lnTo>
                  <a:lnTo>
                    <a:pt x="22297645" y="1236091"/>
                  </a:lnTo>
                  <a:lnTo>
                    <a:pt x="22297645" y="16891"/>
                  </a:lnTo>
                  <a:lnTo>
                    <a:pt x="22314536" y="16891"/>
                  </a:lnTo>
                  <a:lnTo>
                    <a:pt x="22314536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01703" y="8052302"/>
            <a:ext cx="312201" cy="939803"/>
            <a:chOff x="0" y="0"/>
            <a:chExt cx="416268" cy="12530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382397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397">
                  <a:moveTo>
                    <a:pt x="0" y="0"/>
                  </a:moveTo>
                  <a:lnTo>
                    <a:pt x="382397" y="0"/>
                  </a:lnTo>
                  <a:lnTo>
                    <a:pt x="382397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D7377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16179" cy="1252984"/>
            </a:xfrm>
            <a:custGeom>
              <a:avLst/>
              <a:gdLst/>
              <a:ahLst/>
              <a:cxnLst/>
              <a:rect r="r" b="b" t="t" l="l"/>
              <a:pathLst>
                <a:path h="1252984" w="416179">
                  <a:moveTo>
                    <a:pt x="16891" y="0"/>
                  </a:moveTo>
                  <a:lnTo>
                    <a:pt x="399288" y="0"/>
                  </a:lnTo>
                  <a:cubicBezTo>
                    <a:pt x="408686" y="0"/>
                    <a:pt x="416179" y="7620"/>
                    <a:pt x="416179" y="16891"/>
                  </a:cubicBezTo>
                  <a:lnTo>
                    <a:pt x="416179" y="1236091"/>
                  </a:lnTo>
                  <a:cubicBezTo>
                    <a:pt x="416179" y="1245489"/>
                    <a:pt x="408559" y="1252982"/>
                    <a:pt x="399288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99288" y="1219200"/>
                  </a:lnTo>
                  <a:lnTo>
                    <a:pt x="399288" y="1236091"/>
                  </a:lnTo>
                  <a:lnTo>
                    <a:pt x="382397" y="1236091"/>
                  </a:lnTo>
                  <a:lnTo>
                    <a:pt x="382397" y="16891"/>
                  </a:lnTo>
                  <a:lnTo>
                    <a:pt x="399288" y="16891"/>
                  </a:lnTo>
                  <a:lnTo>
                    <a:pt x="3992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737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774450" y="8064998"/>
            <a:ext cx="6211195" cy="914400"/>
            <a:chOff x="0" y="0"/>
            <a:chExt cx="8281594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81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281600">
                  <a:moveTo>
                    <a:pt x="0" y="0"/>
                  </a:moveTo>
                  <a:lnTo>
                    <a:pt x="8281600" y="0"/>
                  </a:lnTo>
                  <a:lnTo>
                    <a:pt x="8281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354" r="0" b="-8235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281594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081515" y="8064998"/>
            <a:ext cx="9078601" cy="914400"/>
            <a:chOff x="0" y="0"/>
            <a:chExt cx="12104802" cy="1219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10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04800">
                  <a:moveTo>
                    <a:pt x="0" y="0"/>
                  </a:moveTo>
                  <a:lnTo>
                    <a:pt x="12104800" y="0"/>
                  </a:lnTo>
                  <a:lnTo>
                    <a:pt x="1210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456" r="0" b="-14345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2104802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76028" y="1414224"/>
            <a:ext cx="14335954" cy="54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Métodos síncronos</a:t>
            </a:r>
          </a:p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(RPC)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DTO (Data Transfer Object 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42246" y="3096101"/>
            <a:ext cx="13273002" cy="6330753"/>
            <a:chOff x="0" y="0"/>
            <a:chExt cx="17697336" cy="84410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97323" cy="8441055"/>
            </a:xfrm>
            <a:custGeom>
              <a:avLst/>
              <a:gdLst/>
              <a:ahLst/>
              <a:cxnLst/>
              <a:rect r="r" b="b" t="t" l="l"/>
              <a:pathLst>
                <a:path h="8441055" w="17697323">
                  <a:moveTo>
                    <a:pt x="0" y="0"/>
                  </a:moveTo>
                  <a:lnTo>
                    <a:pt x="17697323" y="0"/>
                  </a:lnTo>
                  <a:lnTo>
                    <a:pt x="17697323" y="8441055"/>
                  </a:lnTo>
                  <a:lnTo>
                    <a:pt x="0" y="8441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Cliente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673525" y="2894552"/>
            <a:ext cx="12940951" cy="6605502"/>
            <a:chOff x="0" y="0"/>
            <a:chExt cx="17254601" cy="8807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54601" cy="8807323"/>
            </a:xfrm>
            <a:custGeom>
              <a:avLst/>
              <a:gdLst/>
              <a:ahLst/>
              <a:cxnLst/>
              <a:rect r="r" b="b" t="t" l="l"/>
              <a:pathLst>
                <a:path h="8807323" w="17254601">
                  <a:moveTo>
                    <a:pt x="0" y="0"/>
                  </a:moveTo>
                  <a:lnTo>
                    <a:pt x="17254601" y="0"/>
                  </a:lnTo>
                  <a:lnTo>
                    <a:pt x="17254601" y="8807323"/>
                  </a:lnTo>
                  <a:lnTo>
                    <a:pt x="0" y="8807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06846" y="4675061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Servidor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78453" y="369970"/>
            <a:ext cx="11651351" cy="9787852"/>
            <a:chOff x="0" y="0"/>
            <a:chExt cx="15535135" cy="130504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35148" cy="13050520"/>
            </a:xfrm>
            <a:custGeom>
              <a:avLst/>
              <a:gdLst/>
              <a:ahLst/>
              <a:cxnLst/>
              <a:rect r="r" b="b" t="t" l="l"/>
              <a:pathLst>
                <a:path h="13050520" w="15535148">
                  <a:moveTo>
                    <a:pt x="0" y="0"/>
                  </a:moveTo>
                  <a:lnTo>
                    <a:pt x="15535148" y="0"/>
                  </a:lnTo>
                  <a:lnTo>
                    <a:pt x="15535148" y="13050520"/>
                  </a:lnTo>
                  <a:lnTo>
                    <a:pt x="0" y="13050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93440" y="329184"/>
            <a:ext cx="1280398" cy="548402"/>
            <a:chOff x="0" y="0"/>
            <a:chExt cx="1707198" cy="731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7200" cy="731200"/>
            </a:xfrm>
            <a:custGeom>
              <a:avLst/>
              <a:gdLst/>
              <a:ahLst/>
              <a:cxnLst/>
              <a:rect r="r" b="b" t="t" l="l"/>
              <a:pathLst>
                <a:path h="731200" w="1707200">
                  <a:moveTo>
                    <a:pt x="0" y="0"/>
                  </a:moveTo>
                  <a:lnTo>
                    <a:pt x="1707200" y="0"/>
                  </a:lnTo>
                  <a:lnTo>
                    <a:pt x="1707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53" t="0" r="-495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07198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17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6846" y="4675061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Servidor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879087" y="332003"/>
            <a:ext cx="11494751" cy="4856597"/>
            <a:chOff x="0" y="0"/>
            <a:chExt cx="15326335" cy="64754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26361" cy="6475476"/>
            </a:xfrm>
            <a:custGeom>
              <a:avLst/>
              <a:gdLst/>
              <a:ahLst/>
              <a:cxnLst/>
              <a:rect r="r" b="b" t="t" l="l"/>
              <a:pathLst>
                <a:path h="6475476" w="15326361">
                  <a:moveTo>
                    <a:pt x="0" y="0"/>
                  </a:moveTo>
                  <a:lnTo>
                    <a:pt x="15326361" y="0"/>
                  </a:lnTo>
                  <a:lnTo>
                    <a:pt x="15326361" y="6475476"/>
                  </a:lnTo>
                  <a:lnTo>
                    <a:pt x="0" y="647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79097" y="5374196"/>
            <a:ext cx="11494722" cy="4621597"/>
            <a:chOff x="0" y="0"/>
            <a:chExt cx="15326296" cy="61621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26361" cy="6162167"/>
            </a:xfrm>
            <a:custGeom>
              <a:avLst/>
              <a:gdLst/>
              <a:ahLst/>
              <a:cxnLst/>
              <a:rect r="r" b="b" t="t" l="l"/>
              <a:pathLst>
                <a:path h="6162167" w="15326361">
                  <a:moveTo>
                    <a:pt x="0" y="0"/>
                  </a:moveTo>
                  <a:lnTo>
                    <a:pt x="15326361" y="0"/>
                  </a:lnTo>
                  <a:lnTo>
                    <a:pt x="15326361" y="6162167"/>
                  </a:lnTo>
                  <a:lnTo>
                    <a:pt x="0" y="616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093440" y="329184"/>
            <a:ext cx="1280398" cy="548402"/>
            <a:chOff x="0" y="0"/>
            <a:chExt cx="1707198" cy="731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7200" cy="731200"/>
            </a:xfrm>
            <a:custGeom>
              <a:avLst/>
              <a:gdLst/>
              <a:ahLst/>
              <a:cxnLst/>
              <a:rect r="r" b="b" t="t" l="l"/>
              <a:pathLst>
                <a:path h="731200" w="1707200">
                  <a:moveTo>
                    <a:pt x="0" y="0"/>
                  </a:moveTo>
                  <a:lnTo>
                    <a:pt x="1707200" y="0"/>
                  </a:lnTo>
                  <a:lnTo>
                    <a:pt x="1707200" y="731200"/>
                  </a:lnTo>
                  <a:lnTo>
                    <a:pt x="0" y="73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53" t="0" r="-495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07198" cy="769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17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6846" y="4675061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Servidor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879087" y="332003"/>
            <a:ext cx="11494751" cy="4856597"/>
            <a:chOff x="0" y="0"/>
            <a:chExt cx="15326335" cy="64754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26361" cy="6475476"/>
            </a:xfrm>
            <a:custGeom>
              <a:avLst/>
              <a:gdLst/>
              <a:ahLst/>
              <a:cxnLst/>
              <a:rect r="r" b="b" t="t" l="l"/>
              <a:pathLst>
                <a:path h="6475476" w="15326361">
                  <a:moveTo>
                    <a:pt x="0" y="0"/>
                  </a:moveTo>
                  <a:lnTo>
                    <a:pt x="15326361" y="0"/>
                  </a:lnTo>
                  <a:lnTo>
                    <a:pt x="15326361" y="6475476"/>
                  </a:lnTo>
                  <a:lnTo>
                    <a:pt x="0" y="647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79097" y="5374196"/>
            <a:ext cx="11494722" cy="4621597"/>
            <a:chOff x="0" y="0"/>
            <a:chExt cx="15326296" cy="61621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26361" cy="6162167"/>
            </a:xfrm>
            <a:custGeom>
              <a:avLst/>
              <a:gdLst/>
              <a:ahLst/>
              <a:cxnLst/>
              <a:rect r="r" b="b" t="t" l="l"/>
              <a:pathLst>
                <a:path h="6162167" w="15326361">
                  <a:moveTo>
                    <a:pt x="0" y="0"/>
                  </a:moveTo>
                  <a:lnTo>
                    <a:pt x="15326361" y="0"/>
                  </a:lnTo>
                  <a:lnTo>
                    <a:pt x="15326361" y="6162167"/>
                  </a:lnTo>
                  <a:lnTo>
                    <a:pt x="0" y="616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76028" y="1414224"/>
            <a:ext cx="14335954" cy="54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Método</a:t>
            </a:r>
          </a:p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assíncrono</a:t>
            </a:r>
          </a:p>
          <a:p>
            <a:pPr algn="ctr">
              <a:lnSpc>
                <a:spcPts val="17280"/>
              </a:lnSpc>
            </a:pPr>
            <a:r>
              <a:rPr lang="en-US" sz="14400">
                <a:solidFill>
                  <a:srgbClr val="0F1F3D"/>
                </a:solidFill>
                <a:latin typeface="Cambria"/>
                <a:ea typeface="Cambria"/>
                <a:cs typeface="Cambria"/>
                <a:sym typeface="Cambria"/>
              </a:rPr>
              <a:t>(pubsub)</a:t>
            </a: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6121298" y="5181038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Cliente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29051" y="397154"/>
            <a:ext cx="12562503" cy="9492701"/>
            <a:chOff x="0" y="0"/>
            <a:chExt cx="16750005" cy="126569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50030" cy="12656947"/>
            </a:xfrm>
            <a:custGeom>
              <a:avLst/>
              <a:gdLst/>
              <a:ahLst/>
              <a:cxnLst/>
              <a:rect r="r" b="b" t="t" l="l"/>
              <a:pathLst>
                <a:path h="12656947" w="16750030">
                  <a:moveTo>
                    <a:pt x="0" y="0"/>
                  </a:moveTo>
                  <a:lnTo>
                    <a:pt x="16750030" y="0"/>
                  </a:lnTo>
                  <a:lnTo>
                    <a:pt x="16750030" y="12656947"/>
                  </a:lnTo>
                  <a:lnTo>
                    <a:pt x="0" y="12656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6121298" y="5181038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Servidor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55101" y="784698"/>
            <a:ext cx="12189552" cy="8717604"/>
            <a:chOff x="0" y="0"/>
            <a:chExt cx="16252736" cy="116234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52698" cy="11623421"/>
            </a:xfrm>
            <a:custGeom>
              <a:avLst/>
              <a:gdLst/>
              <a:ahLst/>
              <a:cxnLst/>
              <a:rect r="r" b="b" t="t" l="l"/>
              <a:pathLst>
                <a:path h="11623421" w="16252698">
                  <a:moveTo>
                    <a:pt x="0" y="0"/>
                  </a:moveTo>
                  <a:lnTo>
                    <a:pt x="16252698" y="0"/>
                  </a:lnTo>
                  <a:lnTo>
                    <a:pt x="16252698" y="11623421"/>
                  </a:lnTo>
                  <a:lnTo>
                    <a:pt x="0" y="1162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802"/>
            <a:chOff x="0" y="0"/>
            <a:chExt cx="24417871" cy="2290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199"/>
            </a:xfrm>
            <a:custGeom>
              <a:avLst/>
              <a:gdLst/>
              <a:ahLst/>
              <a:cxnLst/>
              <a:rect r="r" b="b" t="t" l="l"/>
              <a:pathLst>
                <a:path h="1951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199"/>
                  </a:lnTo>
                  <a:lnTo>
                    <a:pt x="0" y="19519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983"/>
            </a:xfrm>
            <a:custGeom>
              <a:avLst/>
              <a:gdLst/>
              <a:ahLst/>
              <a:cxnLst/>
              <a:rect r="r" b="b" t="t" l="l"/>
              <a:pathLst>
                <a:path h="228983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2090"/>
                  </a:lnTo>
                  <a:cubicBezTo>
                    <a:pt x="24417782" y="221488"/>
                    <a:pt x="24410163" y="228981"/>
                    <a:pt x="24400890" y="228981"/>
                  </a:cubicBezTo>
                  <a:lnTo>
                    <a:pt x="16891" y="228981"/>
                  </a:lnTo>
                  <a:cubicBezTo>
                    <a:pt x="7620" y="229108"/>
                    <a:pt x="0" y="221488"/>
                    <a:pt x="0" y="2120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2090"/>
                  </a:lnTo>
                  <a:lnTo>
                    <a:pt x="16891" y="212090"/>
                  </a:lnTo>
                  <a:lnTo>
                    <a:pt x="16891" y="195199"/>
                  </a:lnTo>
                  <a:lnTo>
                    <a:pt x="24400890" y="195199"/>
                  </a:lnTo>
                  <a:lnTo>
                    <a:pt x="24400890" y="212090"/>
                  </a:lnTo>
                  <a:lnTo>
                    <a:pt x="24384000" y="2120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6121298" y="5181038"/>
            <a:ext cx="16459200" cy="15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Servidor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596"/>
            <a:chOff x="0" y="0"/>
            <a:chExt cx="1253071" cy="155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539"/>
            </a:xfrm>
            <a:custGeom>
              <a:avLst/>
              <a:gdLst/>
              <a:ahLst/>
              <a:cxnLst/>
              <a:rect r="r" b="b" t="t" l="l"/>
              <a:pathLst>
                <a:path h="121539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539"/>
                  </a:lnTo>
                  <a:lnTo>
                    <a:pt x="0" y="121539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323"/>
            </a:xfrm>
            <a:custGeom>
              <a:avLst/>
              <a:gdLst/>
              <a:ahLst/>
              <a:cxnLst/>
              <a:rect r="r" b="b" t="t" l="l"/>
              <a:pathLst>
                <a:path h="155323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430"/>
                  </a:lnTo>
                  <a:cubicBezTo>
                    <a:pt x="1252982" y="147828"/>
                    <a:pt x="1245362" y="155321"/>
                    <a:pt x="1236091" y="155321"/>
                  </a:cubicBezTo>
                  <a:lnTo>
                    <a:pt x="16891" y="155321"/>
                  </a:lnTo>
                  <a:cubicBezTo>
                    <a:pt x="7620" y="155448"/>
                    <a:pt x="0" y="147828"/>
                    <a:pt x="0" y="13855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430"/>
                  </a:lnTo>
                  <a:lnTo>
                    <a:pt x="16891" y="138430"/>
                  </a:lnTo>
                  <a:lnTo>
                    <a:pt x="16891" y="121539"/>
                  </a:lnTo>
                  <a:lnTo>
                    <a:pt x="1236091" y="121539"/>
                  </a:lnTo>
                  <a:lnTo>
                    <a:pt x="1236091" y="138430"/>
                  </a:lnTo>
                  <a:lnTo>
                    <a:pt x="1219200" y="138430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45651" y="418005"/>
            <a:ext cx="11611546" cy="9748552"/>
            <a:chOff x="0" y="0"/>
            <a:chExt cx="15482062" cy="129980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82063" cy="12998069"/>
            </a:xfrm>
            <a:custGeom>
              <a:avLst/>
              <a:gdLst/>
              <a:ahLst/>
              <a:cxnLst/>
              <a:rect r="r" b="b" t="t" l="l"/>
              <a:pathLst>
                <a:path h="12998069" w="15482063">
                  <a:moveTo>
                    <a:pt x="0" y="0"/>
                  </a:moveTo>
                  <a:lnTo>
                    <a:pt x="15482063" y="0"/>
                  </a:lnTo>
                  <a:lnTo>
                    <a:pt x="15482063" y="12998069"/>
                  </a:lnTo>
                  <a:lnTo>
                    <a:pt x="0" y="12998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Funcionamento do Sistema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843"/>
            <a:chOff x="0" y="0"/>
            <a:chExt cx="1253071" cy="155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920"/>
            </a:xfrm>
            <a:custGeom>
              <a:avLst/>
              <a:gdLst/>
              <a:ahLst/>
              <a:cxnLst/>
              <a:rect r="r" b="b" t="t" l="l"/>
              <a:pathLst>
                <a:path h="1219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704"/>
            </a:xfrm>
            <a:custGeom>
              <a:avLst/>
              <a:gdLst/>
              <a:ahLst/>
              <a:cxnLst/>
              <a:rect r="r" b="b" t="t" l="l"/>
              <a:pathLst>
                <a:path h="155704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811"/>
                  </a:lnTo>
                  <a:cubicBezTo>
                    <a:pt x="1252982" y="148209"/>
                    <a:pt x="1245362" y="155702"/>
                    <a:pt x="1236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236091" y="121920"/>
                  </a:lnTo>
                  <a:lnTo>
                    <a:pt x="1236091" y="138811"/>
                  </a:lnTo>
                  <a:lnTo>
                    <a:pt x="1219200" y="1388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8522" y="3367402"/>
            <a:ext cx="8078467" cy="2409187"/>
            <a:chOff x="0" y="0"/>
            <a:chExt cx="10771289" cy="3212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209" y="212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71378" cy="3212338"/>
            </a:xfrm>
            <a:custGeom>
              <a:avLst/>
              <a:gdLst/>
              <a:ahLst/>
              <a:cxnLst/>
              <a:rect r="r" b="b" t="t" l="l"/>
              <a:pathLst>
                <a:path h="3212338" w="10771378">
                  <a:moveTo>
                    <a:pt x="21209" y="0"/>
                  </a:moveTo>
                  <a:lnTo>
                    <a:pt x="10750169" y="0"/>
                  </a:lnTo>
                  <a:cubicBezTo>
                    <a:pt x="10761853" y="0"/>
                    <a:pt x="10771378" y="9525"/>
                    <a:pt x="10771378" y="21209"/>
                  </a:cubicBezTo>
                  <a:lnTo>
                    <a:pt x="10771378" y="3191129"/>
                  </a:lnTo>
                  <a:cubicBezTo>
                    <a:pt x="10771378" y="3202813"/>
                    <a:pt x="10761853" y="3212338"/>
                    <a:pt x="10750169" y="3212338"/>
                  </a:cubicBezTo>
                  <a:lnTo>
                    <a:pt x="21209" y="3212338"/>
                  </a:lnTo>
                  <a:cubicBezTo>
                    <a:pt x="9525" y="3212338"/>
                    <a:pt x="0" y="3202813"/>
                    <a:pt x="0" y="319112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3191129"/>
                  </a:lnTo>
                  <a:lnTo>
                    <a:pt x="21209" y="3191129"/>
                  </a:lnTo>
                  <a:lnTo>
                    <a:pt x="21209" y="3169920"/>
                  </a:lnTo>
                  <a:lnTo>
                    <a:pt x="10750169" y="3169920"/>
                  </a:lnTo>
                  <a:lnTo>
                    <a:pt x="10750169" y="3191129"/>
                  </a:lnTo>
                  <a:lnTo>
                    <a:pt x="10728960" y="3191129"/>
                  </a:lnTo>
                  <a:lnTo>
                    <a:pt x="10728960" y="21209"/>
                  </a:lnTo>
                  <a:lnTo>
                    <a:pt x="10750169" y="21209"/>
                  </a:lnTo>
                  <a:lnTo>
                    <a:pt x="1075016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3370583"/>
            <a:ext cx="1854203" cy="2402843"/>
            <a:chOff x="0" y="0"/>
            <a:chExt cx="2472271" cy="3203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3186811"/>
                  </a:lnTo>
                  <a:cubicBezTo>
                    <a:pt x="2472182" y="3196209"/>
                    <a:pt x="2464562" y="3203702"/>
                    <a:pt x="2455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455291" y="3169920"/>
                  </a:lnTo>
                  <a:lnTo>
                    <a:pt x="2455291" y="3186811"/>
                  </a:lnTo>
                  <a:lnTo>
                    <a:pt x="2438400" y="318681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3383280"/>
            <a:ext cx="1828800" cy="2377440"/>
            <a:chOff x="0" y="0"/>
            <a:chExt cx="2438400" cy="3169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84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017520" y="3840480"/>
            <a:ext cx="5669280" cy="731520"/>
            <a:chOff x="0" y="0"/>
            <a:chExt cx="755904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55904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Enviar mensagem de texto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017520" y="4572000"/>
            <a:ext cx="5669280" cy="1005840"/>
            <a:chOff x="0" y="0"/>
            <a:chExt cx="755904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824" r="0" b="-5982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559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Cliente publica · servidor responde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3882" y="3367402"/>
            <a:ext cx="8078467" cy="2409187"/>
            <a:chOff x="0" y="0"/>
            <a:chExt cx="10771289" cy="32122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1209" y="212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71378" cy="3212338"/>
            </a:xfrm>
            <a:custGeom>
              <a:avLst/>
              <a:gdLst/>
              <a:ahLst/>
              <a:cxnLst/>
              <a:rect r="r" b="b" t="t" l="l"/>
              <a:pathLst>
                <a:path h="3212338" w="10771378">
                  <a:moveTo>
                    <a:pt x="21209" y="0"/>
                  </a:moveTo>
                  <a:lnTo>
                    <a:pt x="10750169" y="0"/>
                  </a:lnTo>
                  <a:cubicBezTo>
                    <a:pt x="10761853" y="0"/>
                    <a:pt x="10771378" y="9525"/>
                    <a:pt x="10771378" y="21209"/>
                  </a:cubicBezTo>
                  <a:lnTo>
                    <a:pt x="10771378" y="3191129"/>
                  </a:lnTo>
                  <a:cubicBezTo>
                    <a:pt x="10771378" y="3202813"/>
                    <a:pt x="10761853" y="3212338"/>
                    <a:pt x="10750169" y="3212338"/>
                  </a:cubicBezTo>
                  <a:lnTo>
                    <a:pt x="21209" y="3212338"/>
                  </a:lnTo>
                  <a:cubicBezTo>
                    <a:pt x="9525" y="3212338"/>
                    <a:pt x="0" y="3202813"/>
                    <a:pt x="0" y="319112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3191129"/>
                  </a:lnTo>
                  <a:lnTo>
                    <a:pt x="21209" y="3191129"/>
                  </a:lnTo>
                  <a:lnTo>
                    <a:pt x="21209" y="3169920"/>
                  </a:lnTo>
                  <a:lnTo>
                    <a:pt x="10750169" y="3169920"/>
                  </a:lnTo>
                  <a:lnTo>
                    <a:pt x="10750169" y="3191129"/>
                  </a:lnTo>
                  <a:lnTo>
                    <a:pt x="10728960" y="3191129"/>
                  </a:lnTo>
                  <a:lnTo>
                    <a:pt x="10728960" y="21209"/>
                  </a:lnTo>
                  <a:lnTo>
                    <a:pt x="10750169" y="21209"/>
                  </a:lnTo>
                  <a:lnTo>
                    <a:pt x="1075016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97063" y="3370583"/>
            <a:ext cx="1854203" cy="2402843"/>
            <a:chOff x="0" y="0"/>
            <a:chExt cx="2472271" cy="32037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72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3186811"/>
                  </a:lnTo>
                  <a:cubicBezTo>
                    <a:pt x="2472182" y="3196209"/>
                    <a:pt x="2464562" y="3203702"/>
                    <a:pt x="2455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455291" y="3169920"/>
                  </a:lnTo>
                  <a:lnTo>
                    <a:pt x="2455291" y="3186811"/>
                  </a:lnTo>
                  <a:lnTo>
                    <a:pt x="2438400" y="318681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09760" y="3383280"/>
            <a:ext cx="1828800" cy="2377440"/>
            <a:chOff x="0" y="0"/>
            <a:chExt cx="2438400" cy="3169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12880" y="3840480"/>
            <a:ext cx="5669280" cy="731520"/>
            <a:chOff x="0" y="0"/>
            <a:chExt cx="755904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755904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Alterar arquivo no servidor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612880" y="4572000"/>
            <a:ext cx="5669280" cy="1005840"/>
            <a:chOff x="0" y="0"/>
            <a:chExt cx="755904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824" r="0" b="-5982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559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Conteúdo gravado em arquivo .txt remoto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98522" y="6202042"/>
            <a:ext cx="8078467" cy="2409187"/>
            <a:chOff x="0" y="0"/>
            <a:chExt cx="10771289" cy="32122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1209" y="212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71378" cy="3212338"/>
            </a:xfrm>
            <a:custGeom>
              <a:avLst/>
              <a:gdLst/>
              <a:ahLst/>
              <a:cxnLst/>
              <a:rect r="r" b="b" t="t" l="l"/>
              <a:pathLst>
                <a:path h="3212338" w="10771378">
                  <a:moveTo>
                    <a:pt x="21209" y="0"/>
                  </a:moveTo>
                  <a:lnTo>
                    <a:pt x="10750169" y="0"/>
                  </a:lnTo>
                  <a:cubicBezTo>
                    <a:pt x="10761853" y="0"/>
                    <a:pt x="10771378" y="9525"/>
                    <a:pt x="10771378" y="21209"/>
                  </a:cubicBezTo>
                  <a:lnTo>
                    <a:pt x="10771378" y="3191129"/>
                  </a:lnTo>
                  <a:cubicBezTo>
                    <a:pt x="10771378" y="3202813"/>
                    <a:pt x="10761853" y="3212338"/>
                    <a:pt x="10750169" y="3212338"/>
                  </a:cubicBezTo>
                  <a:lnTo>
                    <a:pt x="21209" y="3212338"/>
                  </a:lnTo>
                  <a:cubicBezTo>
                    <a:pt x="9525" y="3212338"/>
                    <a:pt x="0" y="3202813"/>
                    <a:pt x="0" y="319112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3191129"/>
                  </a:lnTo>
                  <a:lnTo>
                    <a:pt x="21209" y="3191129"/>
                  </a:lnTo>
                  <a:lnTo>
                    <a:pt x="21209" y="3169920"/>
                  </a:lnTo>
                  <a:lnTo>
                    <a:pt x="10750169" y="3169920"/>
                  </a:lnTo>
                  <a:lnTo>
                    <a:pt x="10750169" y="3191129"/>
                  </a:lnTo>
                  <a:lnTo>
                    <a:pt x="10728960" y="3191129"/>
                  </a:lnTo>
                  <a:lnTo>
                    <a:pt x="10728960" y="21209"/>
                  </a:lnTo>
                  <a:lnTo>
                    <a:pt x="10750169" y="21209"/>
                  </a:lnTo>
                  <a:lnTo>
                    <a:pt x="1075016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01703" y="6205223"/>
            <a:ext cx="1854203" cy="2402843"/>
            <a:chOff x="0" y="0"/>
            <a:chExt cx="2472271" cy="32037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72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3186811"/>
                  </a:lnTo>
                  <a:cubicBezTo>
                    <a:pt x="2472182" y="3196209"/>
                    <a:pt x="2464562" y="3203702"/>
                    <a:pt x="2455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455291" y="3169920"/>
                  </a:lnTo>
                  <a:lnTo>
                    <a:pt x="2455291" y="3186811"/>
                  </a:lnTo>
                  <a:lnTo>
                    <a:pt x="2438400" y="318681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" y="6217920"/>
            <a:ext cx="1828800" cy="2377440"/>
            <a:chOff x="0" y="0"/>
            <a:chExt cx="2438400" cy="3169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4384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017520" y="6675120"/>
            <a:ext cx="5669280" cy="731520"/>
            <a:chOff x="0" y="0"/>
            <a:chExt cx="755904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55904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Executar cálculo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017520" y="7406640"/>
            <a:ext cx="5669280" cy="1005840"/>
            <a:chOff x="0" y="0"/>
            <a:chExt cx="7559040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824" r="0" b="-5982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7559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Servidor calcula e devolve o resultado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93882" y="6202042"/>
            <a:ext cx="8078467" cy="2409187"/>
            <a:chOff x="0" y="0"/>
            <a:chExt cx="10771289" cy="321224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21209" y="21209"/>
              <a:ext cx="10728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771378" cy="3212338"/>
            </a:xfrm>
            <a:custGeom>
              <a:avLst/>
              <a:gdLst/>
              <a:ahLst/>
              <a:cxnLst/>
              <a:rect r="r" b="b" t="t" l="l"/>
              <a:pathLst>
                <a:path h="3212338" w="10771378">
                  <a:moveTo>
                    <a:pt x="21209" y="0"/>
                  </a:moveTo>
                  <a:lnTo>
                    <a:pt x="10750169" y="0"/>
                  </a:lnTo>
                  <a:cubicBezTo>
                    <a:pt x="10761853" y="0"/>
                    <a:pt x="10771378" y="9525"/>
                    <a:pt x="10771378" y="21209"/>
                  </a:cubicBezTo>
                  <a:lnTo>
                    <a:pt x="10771378" y="3191129"/>
                  </a:lnTo>
                  <a:cubicBezTo>
                    <a:pt x="10771378" y="3202813"/>
                    <a:pt x="10761853" y="3212338"/>
                    <a:pt x="10750169" y="3212338"/>
                  </a:cubicBezTo>
                  <a:lnTo>
                    <a:pt x="21209" y="3212338"/>
                  </a:lnTo>
                  <a:cubicBezTo>
                    <a:pt x="9525" y="3212338"/>
                    <a:pt x="0" y="3202813"/>
                    <a:pt x="0" y="319112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3191129"/>
                  </a:lnTo>
                  <a:lnTo>
                    <a:pt x="21209" y="3191129"/>
                  </a:lnTo>
                  <a:lnTo>
                    <a:pt x="21209" y="3169920"/>
                  </a:lnTo>
                  <a:lnTo>
                    <a:pt x="10750169" y="3169920"/>
                  </a:lnTo>
                  <a:lnTo>
                    <a:pt x="10750169" y="3191129"/>
                  </a:lnTo>
                  <a:lnTo>
                    <a:pt x="10728960" y="3191129"/>
                  </a:lnTo>
                  <a:lnTo>
                    <a:pt x="10728960" y="21209"/>
                  </a:lnTo>
                  <a:lnTo>
                    <a:pt x="10750169" y="21209"/>
                  </a:lnTo>
                  <a:lnTo>
                    <a:pt x="1075016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497063" y="6205223"/>
            <a:ext cx="1854203" cy="2402843"/>
            <a:chOff x="0" y="0"/>
            <a:chExt cx="2472271" cy="32037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72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472182">
                  <a:moveTo>
                    <a:pt x="16891" y="0"/>
                  </a:moveTo>
                  <a:lnTo>
                    <a:pt x="2455291" y="0"/>
                  </a:lnTo>
                  <a:cubicBezTo>
                    <a:pt x="2464689" y="0"/>
                    <a:pt x="2472182" y="7620"/>
                    <a:pt x="2472182" y="16891"/>
                  </a:cubicBezTo>
                  <a:lnTo>
                    <a:pt x="2472182" y="3186811"/>
                  </a:lnTo>
                  <a:cubicBezTo>
                    <a:pt x="2472182" y="3196209"/>
                    <a:pt x="2464562" y="3203702"/>
                    <a:pt x="2455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455291" y="3169920"/>
                  </a:lnTo>
                  <a:lnTo>
                    <a:pt x="2455291" y="3186811"/>
                  </a:lnTo>
                  <a:lnTo>
                    <a:pt x="2438400" y="3186811"/>
                  </a:lnTo>
                  <a:lnTo>
                    <a:pt x="2438400" y="16891"/>
                  </a:lnTo>
                  <a:lnTo>
                    <a:pt x="2455291" y="16891"/>
                  </a:lnTo>
                  <a:lnTo>
                    <a:pt x="2455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09760" y="6217920"/>
            <a:ext cx="1828800" cy="2377440"/>
            <a:chOff x="0" y="0"/>
            <a:chExt cx="2438400" cy="31699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8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6794" t="0" r="-116794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438400" cy="3179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612880" y="6675120"/>
            <a:ext cx="5669280" cy="731520"/>
            <a:chOff x="0" y="0"/>
            <a:chExt cx="7559040" cy="975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755904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1A2B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Executar Método Assíncrono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612880" y="7406640"/>
            <a:ext cx="5669280" cy="1005840"/>
            <a:chOff x="0" y="0"/>
            <a:chExt cx="7559040" cy="13411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590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824" r="0" b="-5982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755904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cliente atua como publicador e o servidor como assinante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Cenários de Uso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843"/>
            <a:chOff x="0" y="0"/>
            <a:chExt cx="1253071" cy="155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920"/>
            </a:xfrm>
            <a:custGeom>
              <a:avLst/>
              <a:gdLst/>
              <a:ahLst/>
              <a:cxnLst/>
              <a:rect r="r" b="b" t="t" l="l"/>
              <a:pathLst>
                <a:path h="1219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704"/>
            </a:xfrm>
            <a:custGeom>
              <a:avLst/>
              <a:gdLst/>
              <a:ahLst/>
              <a:cxnLst/>
              <a:rect r="r" b="b" t="t" l="l"/>
              <a:pathLst>
                <a:path h="155704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811"/>
                  </a:lnTo>
                  <a:cubicBezTo>
                    <a:pt x="1252982" y="148209"/>
                    <a:pt x="1245362" y="155702"/>
                    <a:pt x="1236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236091" y="121920"/>
                  </a:lnTo>
                  <a:lnTo>
                    <a:pt x="1236091" y="138811"/>
                  </a:lnTo>
                  <a:lnTo>
                    <a:pt x="1219200" y="1388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17978" y="3367402"/>
            <a:ext cx="5152387" cy="1129027"/>
            <a:chOff x="0" y="0"/>
            <a:chExt cx="6869849" cy="1505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082" y="21209"/>
              <a:ext cx="6827647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647">
                  <a:moveTo>
                    <a:pt x="127" y="195072"/>
                  </a:moveTo>
                  <a:cubicBezTo>
                    <a:pt x="127" y="87249"/>
                    <a:pt x="89408" y="0"/>
                    <a:pt x="199517" y="0"/>
                  </a:cubicBezTo>
                  <a:lnTo>
                    <a:pt x="6628130" y="0"/>
                  </a:lnTo>
                  <a:cubicBezTo>
                    <a:pt x="6738239" y="0"/>
                    <a:pt x="6827647" y="87376"/>
                    <a:pt x="6827647" y="195072"/>
                  </a:cubicBezTo>
                  <a:lnTo>
                    <a:pt x="6827647" y="1267968"/>
                  </a:lnTo>
                  <a:cubicBezTo>
                    <a:pt x="6827647" y="1375664"/>
                    <a:pt x="6738366" y="1463040"/>
                    <a:pt x="6628130" y="1463040"/>
                  </a:cubicBezTo>
                  <a:lnTo>
                    <a:pt x="199517" y="1463040"/>
                  </a:lnTo>
                  <a:cubicBezTo>
                    <a:pt x="89408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9811" cy="1505458"/>
            </a:xfrm>
            <a:custGeom>
              <a:avLst/>
              <a:gdLst/>
              <a:ahLst/>
              <a:cxnLst/>
              <a:rect r="r" b="b" t="t" l="l"/>
              <a:pathLst>
                <a:path h="1505458" w="6869811">
                  <a:moveTo>
                    <a:pt x="0" y="216281"/>
                  </a:moveTo>
                  <a:cubicBezTo>
                    <a:pt x="0" y="96393"/>
                    <a:pt x="99187" y="0"/>
                    <a:pt x="220599" y="0"/>
                  </a:cubicBezTo>
                  <a:lnTo>
                    <a:pt x="6649212" y="0"/>
                  </a:lnTo>
                  <a:lnTo>
                    <a:pt x="6649212" y="21209"/>
                  </a:lnTo>
                  <a:lnTo>
                    <a:pt x="6649212" y="0"/>
                  </a:lnTo>
                  <a:cubicBezTo>
                    <a:pt x="6770624" y="0"/>
                    <a:pt x="6869811" y="96393"/>
                    <a:pt x="6869811" y="216281"/>
                  </a:cubicBezTo>
                  <a:lnTo>
                    <a:pt x="6848602" y="216281"/>
                  </a:lnTo>
                  <a:lnTo>
                    <a:pt x="6869811" y="216281"/>
                  </a:lnTo>
                  <a:lnTo>
                    <a:pt x="6869811" y="1289177"/>
                  </a:lnTo>
                  <a:lnTo>
                    <a:pt x="6848602" y="1289177"/>
                  </a:lnTo>
                  <a:lnTo>
                    <a:pt x="6869811" y="1289177"/>
                  </a:lnTo>
                  <a:cubicBezTo>
                    <a:pt x="6869811" y="1409065"/>
                    <a:pt x="6770624" y="1505458"/>
                    <a:pt x="6649212" y="1505458"/>
                  </a:cubicBezTo>
                  <a:lnTo>
                    <a:pt x="6649212" y="1484249"/>
                  </a:lnTo>
                  <a:lnTo>
                    <a:pt x="6649212" y="1505458"/>
                  </a:lnTo>
                  <a:lnTo>
                    <a:pt x="220599" y="1505458"/>
                  </a:lnTo>
                  <a:lnTo>
                    <a:pt x="220599" y="1484249"/>
                  </a:lnTo>
                  <a:lnTo>
                    <a:pt x="220599" y="1505458"/>
                  </a:lnTo>
                  <a:cubicBezTo>
                    <a:pt x="99187" y="1505331"/>
                    <a:pt x="0" y="1409065"/>
                    <a:pt x="0" y="1289177"/>
                  </a:cubicBezTo>
                  <a:lnTo>
                    <a:pt x="0" y="216281"/>
                  </a:lnTo>
                  <a:lnTo>
                    <a:pt x="21209" y="216281"/>
                  </a:lnTo>
                  <a:lnTo>
                    <a:pt x="0" y="216281"/>
                  </a:lnTo>
                  <a:moveTo>
                    <a:pt x="42291" y="216281"/>
                  </a:moveTo>
                  <a:lnTo>
                    <a:pt x="42291" y="1289177"/>
                  </a:lnTo>
                  <a:lnTo>
                    <a:pt x="21209" y="1289177"/>
                  </a:lnTo>
                  <a:lnTo>
                    <a:pt x="42291" y="1289177"/>
                  </a:lnTo>
                  <a:cubicBezTo>
                    <a:pt x="42291" y="1384808"/>
                    <a:pt x="121666" y="1463040"/>
                    <a:pt x="220599" y="1463040"/>
                  </a:cubicBezTo>
                  <a:lnTo>
                    <a:pt x="6649212" y="1463040"/>
                  </a:lnTo>
                  <a:cubicBezTo>
                    <a:pt x="6748145" y="1463040"/>
                    <a:pt x="6827520" y="1384681"/>
                    <a:pt x="6827520" y="1289177"/>
                  </a:cubicBezTo>
                  <a:lnTo>
                    <a:pt x="6827520" y="216281"/>
                  </a:lnTo>
                  <a:cubicBezTo>
                    <a:pt x="6827520" y="120650"/>
                    <a:pt x="6748145" y="42418"/>
                    <a:pt x="6649212" y="42418"/>
                  </a:cubicBezTo>
                  <a:lnTo>
                    <a:pt x="220599" y="42418"/>
                  </a:lnTo>
                  <a:lnTo>
                    <a:pt x="220599" y="21209"/>
                  </a:lnTo>
                  <a:lnTo>
                    <a:pt x="220599" y="42291"/>
                  </a:lnTo>
                  <a:cubicBezTo>
                    <a:pt x="121666" y="42291"/>
                    <a:pt x="42291" y="120650"/>
                    <a:pt x="42291" y="216281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95479" y="3663191"/>
            <a:ext cx="537467" cy="537467"/>
            <a:chOff x="0" y="0"/>
            <a:chExt cx="716623" cy="7166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08176" y="3621024"/>
            <a:ext cx="512064" cy="512064"/>
            <a:chOff x="0" y="0"/>
            <a:chExt cx="682752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39696" y="3383280"/>
            <a:ext cx="3931920" cy="1097280"/>
            <a:chOff x="0" y="0"/>
            <a:chExt cx="524256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42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Microsserviços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67802" y="3367402"/>
            <a:ext cx="5152387" cy="1129027"/>
            <a:chOff x="0" y="0"/>
            <a:chExt cx="6869849" cy="15053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1082" y="21209"/>
              <a:ext cx="6827647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647">
                  <a:moveTo>
                    <a:pt x="127" y="195072"/>
                  </a:moveTo>
                  <a:cubicBezTo>
                    <a:pt x="127" y="87249"/>
                    <a:pt x="89408" y="0"/>
                    <a:pt x="199517" y="0"/>
                  </a:cubicBezTo>
                  <a:lnTo>
                    <a:pt x="6628130" y="0"/>
                  </a:lnTo>
                  <a:cubicBezTo>
                    <a:pt x="6738239" y="0"/>
                    <a:pt x="6827647" y="87376"/>
                    <a:pt x="6827647" y="195072"/>
                  </a:cubicBezTo>
                  <a:lnTo>
                    <a:pt x="6827647" y="1267968"/>
                  </a:lnTo>
                  <a:cubicBezTo>
                    <a:pt x="6827647" y="1375664"/>
                    <a:pt x="6738366" y="1463040"/>
                    <a:pt x="6628130" y="1463040"/>
                  </a:cubicBezTo>
                  <a:lnTo>
                    <a:pt x="199517" y="1463040"/>
                  </a:lnTo>
                  <a:cubicBezTo>
                    <a:pt x="89408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69811" cy="1505458"/>
            </a:xfrm>
            <a:custGeom>
              <a:avLst/>
              <a:gdLst/>
              <a:ahLst/>
              <a:cxnLst/>
              <a:rect r="r" b="b" t="t" l="l"/>
              <a:pathLst>
                <a:path h="1505458" w="6869811">
                  <a:moveTo>
                    <a:pt x="0" y="216281"/>
                  </a:moveTo>
                  <a:cubicBezTo>
                    <a:pt x="0" y="96393"/>
                    <a:pt x="99187" y="0"/>
                    <a:pt x="220599" y="0"/>
                  </a:cubicBezTo>
                  <a:lnTo>
                    <a:pt x="6649212" y="0"/>
                  </a:lnTo>
                  <a:lnTo>
                    <a:pt x="6649212" y="21209"/>
                  </a:lnTo>
                  <a:lnTo>
                    <a:pt x="6649212" y="0"/>
                  </a:lnTo>
                  <a:cubicBezTo>
                    <a:pt x="6770624" y="0"/>
                    <a:pt x="6869811" y="96393"/>
                    <a:pt x="6869811" y="216281"/>
                  </a:cubicBezTo>
                  <a:lnTo>
                    <a:pt x="6848602" y="216281"/>
                  </a:lnTo>
                  <a:lnTo>
                    <a:pt x="6869811" y="216281"/>
                  </a:lnTo>
                  <a:lnTo>
                    <a:pt x="6869811" y="1289177"/>
                  </a:lnTo>
                  <a:lnTo>
                    <a:pt x="6848602" y="1289177"/>
                  </a:lnTo>
                  <a:lnTo>
                    <a:pt x="6869811" y="1289177"/>
                  </a:lnTo>
                  <a:cubicBezTo>
                    <a:pt x="6869811" y="1409065"/>
                    <a:pt x="6770624" y="1505458"/>
                    <a:pt x="6649212" y="1505458"/>
                  </a:cubicBezTo>
                  <a:lnTo>
                    <a:pt x="6649212" y="1484249"/>
                  </a:lnTo>
                  <a:lnTo>
                    <a:pt x="6649212" y="1505458"/>
                  </a:lnTo>
                  <a:lnTo>
                    <a:pt x="220599" y="1505458"/>
                  </a:lnTo>
                  <a:lnTo>
                    <a:pt x="220599" y="1484249"/>
                  </a:lnTo>
                  <a:lnTo>
                    <a:pt x="220599" y="1505458"/>
                  </a:lnTo>
                  <a:cubicBezTo>
                    <a:pt x="99187" y="1505331"/>
                    <a:pt x="0" y="1409065"/>
                    <a:pt x="0" y="1289177"/>
                  </a:cubicBezTo>
                  <a:lnTo>
                    <a:pt x="0" y="216281"/>
                  </a:lnTo>
                  <a:lnTo>
                    <a:pt x="21209" y="216281"/>
                  </a:lnTo>
                  <a:lnTo>
                    <a:pt x="0" y="216281"/>
                  </a:lnTo>
                  <a:moveTo>
                    <a:pt x="42291" y="216281"/>
                  </a:moveTo>
                  <a:lnTo>
                    <a:pt x="42291" y="1289177"/>
                  </a:lnTo>
                  <a:lnTo>
                    <a:pt x="21209" y="1289177"/>
                  </a:lnTo>
                  <a:lnTo>
                    <a:pt x="42291" y="1289177"/>
                  </a:lnTo>
                  <a:cubicBezTo>
                    <a:pt x="42291" y="1384808"/>
                    <a:pt x="121666" y="1463040"/>
                    <a:pt x="220599" y="1463040"/>
                  </a:cubicBezTo>
                  <a:lnTo>
                    <a:pt x="6649212" y="1463040"/>
                  </a:lnTo>
                  <a:cubicBezTo>
                    <a:pt x="6748145" y="1463040"/>
                    <a:pt x="6827520" y="1384681"/>
                    <a:pt x="6827520" y="1289177"/>
                  </a:cubicBezTo>
                  <a:lnTo>
                    <a:pt x="6827520" y="216281"/>
                  </a:lnTo>
                  <a:cubicBezTo>
                    <a:pt x="6827520" y="120650"/>
                    <a:pt x="6748145" y="42418"/>
                    <a:pt x="6649212" y="42418"/>
                  </a:cubicBezTo>
                  <a:lnTo>
                    <a:pt x="220599" y="42418"/>
                  </a:lnTo>
                  <a:lnTo>
                    <a:pt x="220599" y="21209"/>
                  </a:lnTo>
                  <a:lnTo>
                    <a:pt x="220599" y="42291"/>
                  </a:lnTo>
                  <a:cubicBezTo>
                    <a:pt x="121666" y="42291"/>
                    <a:pt x="42291" y="120650"/>
                    <a:pt x="42291" y="216281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45303" y="3663191"/>
            <a:ext cx="537467" cy="537467"/>
            <a:chOff x="0" y="0"/>
            <a:chExt cx="716623" cy="7166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58000" y="3621024"/>
            <a:ext cx="512064" cy="512064"/>
            <a:chOff x="0" y="0"/>
            <a:chExt cx="682752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89520" y="3383280"/>
            <a:ext cx="3931920" cy="1097280"/>
            <a:chOff x="0" y="0"/>
            <a:chExt cx="5242560" cy="146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242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Sistemas de notificação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17626" y="3367402"/>
            <a:ext cx="5152387" cy="1129027"/>
            <a:chOff x="0" y="0"/>
            <a:chExt cx="6869849" cy="150536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1082" y="21209"/>
              <a:ext cx="6827647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647">
                  <a:moveTo>
                    <a:pt x="127" y="195072"/>
                  </a:moveTo>
                  <a:cubicBezTo>
                    <a:pt x="127" y="87249"/>
                    <a:pt x="89408" y="0"/>
                    <a:pt x="199517" y="0"/>
                  </a:cubicBezTo>
                  <a:lnTo>
                    <a:pt x="6628130" y="0"/>
                  </a:lnTo>
                  <a:cubicBezTo>
                    <a:pt x="6738239" y="0"/>
                    <a:pt x="6827647" y="87376"/>
                    <a:pt x="6827647" y="195072"/>
                  </a:cubicBezTo>
                  <a:lnTo>
                    <a:pt x="6827647" y="1267968"/>
                  </a:lnTo>
                  <a:cubicBezTo>
                    <a:pt x="6827647" y="1375664"/>
                    <a:pt x="6738366" y="1463040"/>
                    <a:pt x="6628130" y="1463040"/>
                  </a:cubicBezTo>
                  <a:lnTo>
                    <a:pt x="199517" y="1463040"/>
                  </a:lnTo>
                  <a:cubicBezTo>
                    <a:pt x="89408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69811" cy="1505458"/>
            </a:xfrm>
            <a:custGeom>
              <a:avLst/>
              <a:gdLst/>
              <a:ahLst/>
              <a:cxnLst/>
              <a:rect r="r" b="b" t="t" l="l"/>
              <a:pathLst>
                <a:path h="1505458" w="6869811">
                  <a:moveTo>
                    <a:pt x="0" y="216281"/>
                  </a:moveTo>
                  <a:cubicBezTo>
                    <a:pt x="0" y="96393"/>
                    <a:pt x="99187" y="0"/>
                    <a:pt x="220599" y="0"/>
                  </a:cubicBezTo>
                  <a:lnTo>
                    <a:pt x="6649212" y="0"/>
                  </a:lnTo>
                  <a:lnTo>
                    <a:pt x="6649212" y="21209"/>
                  </a:lnTo>
                  <a:lnTo>
                    <a:pt x="6649212" y="0"/>
                  </a:lnTo>
                  <a:cubicBezTo>
                    <a:pt x="6770624" y="0"/>
                    <a:pt x="6869811" y="96393"/>
                    <a:pt x="6869811" y="216281"/>
                  </a:cubicBezTo>
                  <a:lnTo>
                    <a:pt x="6848602" y="216281"/>
                  </a:lnTo>
                  <a:lnTo>
                    <a:pt x="6869811" y="216281"/>
                  </a:lnTo>
                  <a:lnTo>
                    <a:pt x="6869811" y="1289177"/>
                  </a:lnTo>
                  <a:lnTo>
                    <a:pt x="6848602" y="1289177"/>
                  </a:lnTo>
                  <a:lnTo>
                    <a:pt x="6869811" y="1289177"/>
                  </a:lnTo>
                  <a:cubicBezTo>
                    <a:pt x="6869811" y="1409065"/>
                    <a:pt x="6770624" y="1505458"/>
                    <a:pt x="6649212" y="1505458"/>
                  </a:cubicBezTo>
                  <a:lnTo>
                    <a:pt x="6649212" y="1484249"/>
                  </a:lnTo>
                  <a:lnTo>
                    <a:pt x="6649212" y="1505458"/>
                  </a:lnTo>
                  <a:lnTo>
                    <a:pt x="220599" y="1505458"/>
                  </a:lnTo>
                  <a:lnTo>
                    <a:pt x="220599" y="1484249"/>
                  </a:lnTo>
                  <a:lnTo>
                    <a:pt x="220599" y="1505458"/>
                  </a:lnTo>
                  <a:cubicBezTo>
                    <a:pt x="99187" y="1505331"/>
                    <a:pt x="0" y="1409065"/>
                    <a:pt x="0" y="1289177"/>
                  </a:cubicBezTo>
                  <a:lnTo>
                    <a:pt x="0" y="216281"/>
                  </a:lnTo>
                  <a:lnTo>
                    <a:pt x="21209" y="216281"/>
                  </a:lnTo>
                  <a:lnTo>
                    <a:pt x="0" y="216281"/>
                  </a:lnTo>
                  <a:moveTo>
                    <a:pt x="42291" y="216281"/>
                  </a:moveTo>
                  <a:lnTo>
                    <a:pt x="42291" y="1289177"/>
                  </a:lnTo>
                  <a:lnTo>
                    <a:pt x="21209" y="1289177"/>
                  </a:lnTo>
                  <a:lnTo>
                    <a:pt x="42291" y="1289177"/>
                  </a:lnTo>
                  <a:cubicBezTo>
                    <a:pt x="42291" y="1384808"/>
                    <a:pt x="121666" y="1463040"/>
                    <a:pt x="220599" y="1463040"/>
                  </a:cubicBezTo>
                  <a:lnTo>
                    <a:pt x="6649212" y="1463040"/>
                  </a:lnTo>
                  <a:cubicBezTo>
                    <a:pt x="6748145" y="1463040"/>
                    <a:pt x="6827520" y="1384681"/>
                    <a:pt x="6827520" y="1289177"/>
                  </a:cubicBezTo>
                  <a:lnTo>
                    <a:pt x="6827520" y="216281"/>
                  </a:lnTo>
                  <a:cubicBezTo>
                    <a:pt x="6827520" y="120650"/>
                    <a:pt x="6748145" y="42418"/>
                    <a:pt x="6649212" y="42418"/>
                  </a:cubicBezTo>
                  <a:lnTo>
                    <a:pt x="220599" y="42418"/>
                  </a:lnTo>
                  <a:lnTo>
                    <a:pt x="220599" y="21209"/>
                  </a:lnTo>
                  <a:lnTo>
                    <a:pt x="220599" y="42291"/>
                  </a:lnTo>
                  <a:cubicBezTo>
                    <a:pt x="121666" y="42291"/>
                    <a:pt x="42291" y="120650"/>
                    <a:pt x="42291" y="216281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95127" y="3663191"/>
            <a:ext cx="537467" cy="537467"/>
            <a:chOff x="0" y="0"/>
            <a:chExt cx="716623" cy="7166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07824" y="3621024"/>
            <a:ext cx="512064" cy="512064"/>
            <a:chOff x="0" y="0"/>
            <a:chExt cx="682752" cy="6827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39344" y="3383280"/>
            <a:ext cx="3931920" cy="1097280"/>
            <a:chOff x="0" y="0"/>
            <a:chExt cx="524256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242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Tarefas em segundo plano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17978" y="4793866"/>
            <a:ext cx="5152387" cy="1129027"/>
            <a:chOff x="0" y="0"/>
            <a:chExt cx="6869849" cy="150536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1082" y="21209"/>
              <a:ext cx="6827647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647">
                  <a:moveTo>
                    <a:pt x="127" y="195072"/>
                  </a:moveTo>
                  <a:cubicBezTo>
                    <a:pt x="127" y="87249"/>
                    <a:pt x="89408" y="0"/>
                    <a:pt x="199517" y="0"/>
                  </a:cubicBezTo>
                  <a:lnTo>
                    <a:pt x="6628130" y="0"/>
                  </a:lnTo>
                  <a:cubicBezTo>
                    <a:pt x="6738239" y="0"/>
                    <a:pt x="6827647" y="87376"/>
                    <a:pt x="6827647" y="195072"/>
                  </a:cubicBezTo>
                  <a:lnTo>
                    <a:pt x="6827647" y="1267968"/>
                  </a:lnTo>
                  <a:cubicBezTo>
                    <a:pt x="6827647" y="1375664"/>
                    <a:pt x="6738366" y="1463040"/>
                    <a:pt x="6628130" y="1463040"/>
                  </a:cubicBezTo>
                  <a:lnTo>
                    <a:pt x="199517" y="1463040"/>
                  </a:lnTo>
                  <a:cubicBezTo>
                    <a:pt x="89408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69811" cy="1505458"/>
            </a:xfrm>
            <a:custGeom>
              <a:avLst/>
              <a:gdLst/>
              <a:ahLst/>
              <a:cxnLst/>
              <a:rect r="r" b="b" t="t" l="l"/>
              <a:pathLst>
                <a:path h="1505458" w="6869811">
                  <a:moveTo>
                    <a:pt x="0" y="216281"/>
                  </a:moveTo>
                  <a:cubicBezTo>
                    <a:pt x="0" y="96393"/>
                    <a:pt x="99187" y="0"/>
                    <a:pt x="220599" y="0"/>
                  </a:cubicBezTo>
                  <a:lnTo>
                    <a:pt x="6649212" y="0"/>
                  </a:lnTo>
                  <a:lnTo>
                    <a:pt x="6649212" y="21209"/>
                  </a:lnTo>
                  <a:lnTo>
                    <a:pt x="6649212" y="0"/>
                  </a:lnTo>
                  <a:cubicBezTo>
                    <a:pt x="6770624" y="0"/>
                    <a:pt x="6869811" y="96393"/>
                    <a:pt x="6869811" y="216281"/>
                  </a:cubicBezTo>
                  <a:lnTo>
                    <a:pt x="6848602" y="216281"/>
                  </a:lnTo>
                  <a:lnTo>
                    <a:pt x="6869811" y="216281"/>
                  </a:lnTo>
                  <a:lnTo>
                    <a:pt x="6869811" y="1289177"/>
                  </a:lnTo>
                  <a:lnTo>
                    <a:pt x="6848602" y="1289177"/>
                  </a:lnTo>
                  <a:lnTo>
                    <a:pt x="6869811" y="1289177"/>
                  </a:lnTo>
                  <a:cubicBezTo>
                    <a:pt x="6869811" y="1409065"/>
                    <a:pt x="6770624" y="1505458"/>
                    <a:pt x="6649212" y="1505458"/>
                  </a:cubicBezTo>
                  <a:lnTo>
                    <a:pt x="6649212" y="1484249"/>
                  </a:lnTo>
                  <a:lnTo>
                    <a:pt x="6649212" y="1505458"/>
                  </a:lnTo>
                  <a:lnTo>
                    <a:pt x="220599" y="1505458"/>
                  </a:lnTo>
                  <a:lnTo>
                    <a:pt x="220599" y="1484249"/>
                  </a:lnTo>
                  <a:lnTo>
                    <a:pt x="220599" y="1505458"/>
                  </a:lnTo>
                  <a:cubicBezTo>
                    <a:pt x="99187" y="1505331"/>
                    <a:pt x="0" y="1409065"/>
                    <a:pt x="0" y="1289177"/>
                  </a:cubicBezTo>
                  <a:lnTo>
                    <a:pt x="0" y="216281"/>
                  </a:lnTo>
                  <a:lnTo>
                    <a:pt x="21209" y="216281"/>
                  </a:lnTo>
                  <a:lnTo>
                    <a:pt x="0" y="216281"/>
                  </a:lnTo>
                  <a:moveTo>
                    <a:pt x="42291" y="216281"/>
                  </a:moveTo>
                  <a:lnTo>
                    <a:pt x="42291" y="1289177"/>
                  </a:lnTo>
                  <a:lnTo>
                    <a:pt x="21209" y="1289177"/>
                  </a:lnTo>
                  <a:lnTo>
                    <a:pt x="42291" y="1289177"/>
                  </a:lnTo>
                  <a:cubicBezTo>
                    <a:pt x="42291" y="1384808"/>
                    <a:pt x="121666" y="1463040"/>
                    <a:pt x="220599" y="1463040"/>
                  </a:cubicBezTo>
                  <a:lnTo>
                    <a:pt x="6649212" y="1463040"/>
                  </a:lnTo>
                  <a:cubicBezTo>
                    <a:pt x="6748145" y="1463040"/>
                    <a:pt x="6827520" y="1384681"/>
                    <a:pt x="6827520" y="1289177"/>
                  </a:cubicBezTo>
                  <a:lnTo>
                    <a:pt x="6827520" y="216281"/>
                  </a:lnTo>
                  <a:cubicBezTo>
                    <a:pt x="6827520" y="120650"/>
                    <a:pt x="6748145" y="42418"/>
                    <a:pt x="6649212" y="42418"/>
                  </a:cubicBezTo>
                  <a:lnTo>
                    <a:pt x="220599" y="42418"/>
                  </a:lnTo>
                  <a:lnTo>
                    <a:pt x="220599" y="21209"/>
                  </a:lnTo>
                  <a:lnTo>
                    <a:pt x="220599" y="42291"/>
                  </a:lnTo>
                  <a:cubicBezTo>
                    <a:pt x="121666" y="42291"/>
                    <a:pt x="42291" y="120650"/>
                    <a:pt x="42291" y="216281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5479" y="5089655"/>
            <a:ext cx="537467" cy="537467"/>
            <a:chOff x="0" y="0"/>
            <a:chExt cx="716623" cy="71662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08176" y="5047488"/>
            <a:ext cx="512064" cy="512064"/>
            <a:chOff x="0" y="0"/>
            <a:chExt cx="682752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139696" y="4809744"/>
            <a:ext cx="3931920" cy="1097280"/>
            <a:chOff x="0" y="0"/>
            <a:chExt cx="5242560" cy="1463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242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Filas de pedidos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67802" y="4793866"/>
            <a:ext cx="5152387" cy="1129027"/>
            <a:chOff x="0" y="0"/>
            <a:chExt cx="6869849" cy="150536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1082" y="21209"/>
              <a:ext cx="6827647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647">
                  <a:moveTo>
                    <a:pt x="127" y="195072"/>
                  </a:moveTo>
                  <a:cubicBezTo>
                    <a:pt x="127" y="87249"/>
                    <a:pt x="89408" y="0"/>
                    <a:pt x="199517" y="0"/>
                  </a:cubicBezTo>
                  <a:lnTo>
                    <a:pt x="6628130" y="0"/>
                  </a:lnTo>
                  <a:cubicBezTo>
                    <a:pt x="6738239" y="0"/>
                    <a:pt x="6827647" y="87376"/>
                    <a:pt x="6827647" y="195072"/>
                  </a:cubicBezTo>
                  <a:lnTo>
                    <a:pt x="6827647" y="1267968"/>
                  </a:lnTo>
                  <a:cubicBezTo>
                    <a:pt x="6827647" y="1375664"/>
                    <a:pt x="6738366" y="1463040"/>
                    <a:pt x="6628130" y="1463040"/>
                  </a:cubicBezTo>
                  <a:lnTo>
                    <a:pt x="199517" y="1463040"/>
                  </a:lnTo>
                  <a:cubicBezTo>
                    <a:pt x="89408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69811" cy="1505458"/>
            </a:xfrm>
            <a:custGeom>
              <a:avLst/>
              <a:gdLst/>
              <a:ahLst/>
              <a:cxnLst/>
              <a:rect r="r" b="b" t="t" l="l"/>
              <a:pathLst>
                <a:path h="1505458" w="6869811">
                  <a:moveTo>
                    <a:pt x="0" y="216281"/>
                  </a:moveTo>
                  <a:cubicBezTo>
                    <a:pt x="0" y="96393"/>
                    <a:pt x="99187" y="0"/>
                    <a:pt x="220599" y="0"/>
                  </a:cubicBezTo>
                  <a:lnTo>
                    <a:pt x="6649212" y="0"/>
                  </a:lnTo>
                  <a:lnTo>
                    <a:pt x="6649212" y="21209"/>
                  </a:lnTo>
                  <a:lnTo>
                    <a:pt x="6649212" y="0"/>
                  </a:lnTo>
                  <a:cubicBezTo>
                    <a:pt x="6770624" y="0"/>
                    <a:pt x="6869811" y="96393"/>
                    <a:pt x="6869811" y="216281"/>
                  </a:cubicBezTo>
                  <a:lnTo>
                    <a:pt x="6848602" y="216281"/>
                  </a:lnTo>
                  <a:lnTo>
                    <a:pt x="6869811" y="216281"/>
                  </a:lnTo>
                  <a:lnTo>
                    <a:pt x="6869811" y="1289177"/>
                  </a:lnTo>
                  <a:lnTo>
                    <a:pt x="6848602" y="1289177"/>
                  </a:lnTo>
                  <a:lnTo>
                    <a:pt x="6869811" y="1289177"/>
                  </a:lnTo>
                  <a:cubicBezTo>
                    <a:pt x="6869811" y="1409065"/>
                    <a:pt x="6770624" y="1505458"/>
                    <a:pt x="6649212" y="1505458"/>
                  </a:cubicBezTo>
                  <a:lnTo>
                    <a:pt x="6649212" y="1484249"/>
                  </a:lnTo>
                  <a:lnTo>
                    <a:pt x="6649212" y="1505458"/>
                  </a:lnTo>
                  <a:lnTo>
                    <a:pt x="220599" y="1505458"/>
                  </a:lnTo>
                  <a:lnTo>
                    <a:pt x="220599" y="1484249"/>
                  </a:lnTo>
                  <a:lnTo>
                    <a:pt x="220599" y="1505458"/>
                  </a:lnTo>
                  <a:cubicBezTo>
                    <a:pt x="99187" y="1505331"/>
                    <a:pt x="0" y="1409065"/>
                    <a:pt x="0" y="1289177"/>
                  </a:cubicBezTo>
                  <a:lnTo>
                    <a:pt x="0" y="216281"/>
                  </a:lnTo>
                  <a:lnTo>
                    <a:pt x="21209" y="216281"/>
                  </a:lnTo>
                  <a:lnTo>
                    <a:pt x="0" y="216281"/>
                  </a:lnTo>
                  <a:moveTo>
                    <a:pt x="42291" y="216281"/>
                  </a:moveTo>
                  <a:lnTo>
                    <a:pt x="42291" y="1289177"/>
                  </a:lnTo>
                  <a:lnTo>
                    <a:pt x="21209" y="1289177"/>
                  </a:lnTo>
                  <a:lnTo>
                    <a:pt x="42291" y="1289177"/>
                  </a:lnTo>
                  <a:cubicBezTo>
                    <a:pt x="42291" y="1384808"/>
                    <a:pt x="121666" y="1463040"/>
                    <a:pt x="220599" y="1463040"/>
                  </a:cubicBezTo>
                  <a:lnTo>
                    <a:pt x="6649212" y="1463040"/>
                  </a:lnTo>
                  <a:cubicBezTo>
                    <a:pt x="6748145" y="1463040"/>
                    <a:pt x="6827520" y="1384681"/>
                    <a:pt x="6827520" y="1289177"/>
                  </a:cubicBezTo>
                  <a:lnTo>
                    <a:pt x="6827520" y="216281"/>
                  </a:lnTo>
                  <a:cubicBezTo>
                    <a:pt x="6827520" y="120650"/>
                    <a:pt x="6748145" y="42418"/>
                    <a:pt x="6649212" y="42418"/>
                  </a:cubicBezTo>
                  <a:lnTo>
                    <a:pt x="220599" y="42418"/>
                  </a:lnTo>
                  <a:lnTo>
                    <a:pt x="220599" y="21209"/>
                  </a:lnTo>
                  <a:lnTo>
                    <a:pt x="220599" y="42291"/>
                  </a:lnTo>
                  <a:cubicBezTo>
                    <a:pt x="121666" y="42291"/>
                    <a:pt x="42291" y="120650"/>
                    <a:pt x="42291" y="216281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845303" y="5089655"/>
            <a:ext cx="537467" cy="537467"/>
            <a:chOff x="0" y="0"/>
            <a:chExt cx="716623" cy="71662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858000" y="5047488"/>
            <a:ext cx="512064" cy="512064"/>
            <a:chOff x="0" y="0"/>
            <a:chExt cx="682752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589520" y="4809744"/>
            <a:ext cx="3931920" cy="1097280"/>
            <a:chOff x="0" y="0"/>
            <a:chExt cx="5242560" cy="1463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242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Integração entre sistemas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017626" y="4793866"/>
            <a:ext cx="5152387" cy="1129027"/>
            <a:chOff x="0" y="0"/>
            <a:chExt cx="6869849" cy="150536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21082" y="21209"/>
              <a:ext cx="6827647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647">
                  <a:moveTo>
                    <a:pt x="127" y="195072"/>
                  </a:moveTo>
                  <a:cubicBezTo>
                    <a:pt x="127" y="87249"/>
                    <a:pt x="89408" y="0"/>
                    <a:pt x="199517" y="0"/>
                  </a:cubicBezTo>
                  <a:lnTo>
                    <a:pt x="6628130" y="0"/>
                  </a:lnTo>
                  <a:cubicBezTo>
                    <a:pt x="6738239" y="0"/>
                    <a:pt x="6827647" y="87376"/>
                    <a:pt x="6827647" y="195072"/>
                  </a:cubicBezTo>
                  <a:lnTo>
                    <a:pt x="6827647" y="1267968"/>
                  </a:lnTo>
                  <a:cubicBezTo>
                    <a:pt x="6827647" y="1375664"/>
                    <a:pt x="6738366" y="1463040"/>
                    <a:pt x="6628130" y="1463040"/>
                  </a:cubicBezTo>
                  <a:lnTo>
                    <a:pt x="199517" y="1463040"/>
                  </a:lnTo>
                  <a:cubicBezTo>
                    <a:pt x="89408" y="1463040"/>
                    <a:pt x="0" y="1375664"/>
                    <a:pt x="0" y="1267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69811" cy="1505458"/>
            </a:xfrm>
            <a:custGeom>
              <a:avLst/>
              <a:gdLst/>
              <a:ahLst/>
              <a:cxnLst/>
              <a:rect r="r" b="b" t="t" l="l"/>
              <a:pathLst>
                <a:path h="1505458" w="6869811">
                  <a:moveTo>
                    <a:pt x="0" y="216281"/>
                  </a:moveTo>
                  <a:cubicBezTo>
                    <a:pt x="0" y="96393"/>
                    <a:pt x="99187" y="0"/>
                    <a:pt x="220599" y="0"/>
                  </a:cubicBezTo>
                  <a:lnTo>
                    <a:pt x="6649212" y="0"/>
                  </a:lnTo>
                  <a:lnTo>
                    <a:pt x="6649212" y="21209"/>
                  </a:lnTo>
                  <a:lnTo>
                    <a:pt x="6649212" y="0"/>
                  </a:lnTo>
                  <a:cubicBezTo>
                    <a:pt x="6770624" y="0"/>
                    <a:pt x="6869811" y="96393"/>
                    <a:pt x="6869811" y="216281"/>
                  </a:cubicBezTo>
                  <a:lnTo>
                    <a:pt x="6848602" y="216281"/>
                  </a:lnTo>
                  <a:lnTo>
                    <a:pt x="6869811" y="216281"/>
                  </a:lnTo>
                  <a:lnTo>
                    <a:pt x="6869811" y="1289177"/>
                  </a:lnTo>
                  <a:lnTo>
                    <a:pt x="6848602" y="1289177"/>
                  </a:lnTo>
                  <a:lnTo>
                    <a:pt x="6869811" y="1289177"/>
                  </a:lnTo>
                  <a:cubicBezTo>
                    <a:pt x="6869811" y="1409065"/>
                    <a:pt x="6770624" y="1505458"/>
                    <a:pt x="6649212" y="1505458"/>
                  </a:cubicBezTo>
                  <a:lnTo>
                    <a:pt x="6649212" y="1484249"/>
                  </a:lnTo>
                  <a:lnTo>
                    <a:pt x="6649212" y="1505458"/>
                  </a:lnTo>
                  <a:lnTo>
                    <a:pt x="220599" y="1505458"/>
                  </a:lnTo>
                  <a:lnTo>
                    <a:pt x="220599" y="1484249"/>
                  </a:lnTo>
                  <a:lnTo>
                    <a:pt x="220599" y="1505458"/>
                  </a:lnTo>
                  <a:cubicBezTo>
                    <a:pt x="99187" y="1505331"/>
                    <a:pt x="0" y="1409065"/>
                    <a:pt x="0" y="1289177"/>
                  </a:cubicBezTo>
                  <a:lnTo>
                    <a:pt x="0" y="216281"/>
                  </a:lnTo>
                  <a:lnTo>
                    <a:pt x="21209" y="216281"/>
                  </a:lnTo>
                  <a:lnTo>
                    <a:pt x="0" y="216281"/>
                  </a:lnTo>
                  <a:moveTo>
                    <a:pt x="42291" y="216281"/>
                  </a:moveTo>
                  <a:lnTo>
                    <a:pt x="42291" y="1289177"/>
                  </a:lnTo>
                  <a:lnTo>
                    <a:pt x="21209" y="1289177"/>
                  </a:lnTo>
                  <a:lnTo>
                    <a:pt x="42291" y="1289177"/>
                  </a:lnTo>
                  <a:cubicBezTo>
                    <a:pt x="42291" y="1384808"/>
                    <a:pt x="121666" y="1463040"/>
                    <a:pt x="220599" y="1463040"/>
                  </a:cubicBezTo>
                  <a:lnTo>
                    <a:pt x="6649212" y="1463040"/>
                  </a:lnTo>
                  <a:cubicBezTo>
                    <a:pt x="6748145" y="1463040"/>
                    <a:pt x="6827520" y="1384681"/>
                    <a:pt x="6827520" y="1289177"/>
                  </a:cubicBezTo>
                  <a:lnTo>
                    <a:pt x="6827520" y="216281"/>
                  </a:lnTo>
                  <a:cubicBezTo>
                    <a:pt x="6827520" y="120650"/>
                    <a:pt x="6748145" y="42418"/>
                    <a:pt x="6649212" y="42418"/>
                  </a:cubicBezTo>
                  <a:lnTo>
                    <a:pt x="220599" y="42418"/>
                  </a:lnTo>
                  <a:lnTo>
                    <a:pt x="220599" y="21209"/>
                  </a:lnTo>
                  <a:lnTo>
                    <a:pt x="220599" y="42291"/>
                  </a:lnTo>
                  <a:cubicBezTo>
                    <a:pt x="121666" y="42291"/>
                    <a:pt x="42291" y="120650"/>
                    <a:pt x="42291" y="216281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295127" y="5089655"/>
            <a:ext cx="537467" cy="537467"/>
            <a:chOff x="0" y="0"/>
            <a:chExt cx="716623" cy="71662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307824" y="5047488"/>
            <a:ext cx="512064" cy="512064"/>
            <a:chOff x="0" y="0"/>
            <a:chExt cx="682752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8275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039344" y="4809744"/>
            <a:ext cx="3931920" cy="1097280"/>
            <a:chOff x="0" y="0"/>
            <a:chExt cx="5242560" cy="14630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42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242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Comunicação entre serviços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14400" y="6675120"/>
            <a:ext cx="16459200" cy="457200"/>
            <a:chOff x="0" y="0"/>
            <a:chExt cx="21945600" cy="609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b="true" sz="19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EXEMPLO · SISTEMA DE COMPRA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032378" y="7244458"/>
            <a:ext cx="3140707" cy="1037587"/>
            <a:chOff x="0" y="0"/>
            <a:chExt cx="4187609" cy="138344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21209" y="21209"/>
              <a:ext cx="4145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87698" cy="1383538"/>
            </a:xfrm>
            <a:custGeom>
              <a:avLst/>
              <a:gdLst/>
              <a:ahLst/>
              <a:cxnLst/>
              <a:rect r="r" b="b" t="t" l="l"/>
              <a:pathLst>
                <a:path h="1383538" w="4187698">
                  <a:moveTo>
                    <a:pt x="21209" y="0"/>
                  </a:moveTo>
                  <a:lnTo>
                    <a:pt x="4166489" y="0"/>
                  </a:lnTo>
                  <a:cubicBezTo>
                    <a:pt x="4178173" y="0"/>
                    <a:pt x="4187698" y="9525"/>
                    <a:pt x="4187698" y="21209"/>
                  </a:cubicBezTo>
                  <a:lnTo>
                    <a:pt x="4187698" y="1362329"/>
                  </a:lnTo>
                  <a:cubicBezTo>
                    <a:pt x="4187698" y="1374013"/>
                    <a:pt x="4178173" y="1383538"/>
                    <a:pt x="4166489" y="1383538"/>
                  </a:cubicBezTo>
                  <a:lnTo>
                    <a:pt x="21209" y="1383538"/>
                  </a:lnTo>
                  <a:cubicBezTo>
                    <a:pt x="9525" y="1383538"/>
                    <a:pt x="0" y="1374013"/>
                    <a:pt x="0" y="136232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362329"/>
                  </a:lnTo>
                  <a:lnTo>
                    <a:pt x="21209" y="1362329"/>
                  </a:lnTo>
                  <a:lnTo>
                    <a:pt x="21209" y="1341120"/>
                  </a:lnTo>
                  <a:lnTo>
                    <a:pt x="4166489" y="1341120"/>
                  </a:lnTo>
                  <a:lnTo>
                    <a:pt x="4166489" y="1362329"/>
                  </a:lnTo>
                  <a:lnTo>
                    <a:pt x="4145280" y="1362329"/>
                  </a:lnTo>
                  <a:lnTo>
                    <a:pt x="4145280" y="21209"/>
                  </a:lnTo>
                  <a:lnTo>
                    <a:pt x="4166489" y="21209"/>
                  </a:lnTo>
                  <a:lnTo>
                    <a:pt x="416648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2048256" y="7260336"/>
            <a:ext cx="3108960" cy="1005840"/>
            <a:chOff x="0" y="0"/>
            <a:chExt cx="4145280" cy="13411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45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41452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Compra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 rot="209880">
            <a:off x="5137585" y="7753731"/>
            <a:ext cx="624478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1" id="91"/>
          <p:cNvGrpSpPr/>
          <p:nvPr/>
        </p:nvGrpSpPr>
        <p:grpSpPr>
          <a:xfrm rot="0">
            <a:off x="5726554" y="7244458"/>
            <a:ext cx="3140707" cy="1037587"/>
            <a:chOff x="0" y="0"/>
            <a:chExt cx="4187609" cy="138344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21082" y="21209"/>
              <a:ext cx="4145407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407">
                  <a:moveTo>
                    <a:pt x="127" y="670560"/>
                  </a:moveTo>
                  <a:cubicBezTo>
                    <a:pt x="127" y="300228"/>
                    <a:pt x="306705" y="0"/>
                    <a:pt x="684911" y="0"/>
                  </a:cubicBezTo>
                  <a:lnTo>
                    <a:pt x="3460623" y="0"/>
                  </a:lnTo>
                  <a:cubicBezTo>
                    <a:pt x="3838829" y="0"/>
                    <a:pt x="4145407" y="300228"/>
                    <a:pt x="4145407" y="670560"/>
                  </a:cubicBezTo>
                  <a:cubicBezTo>
                    <a:pt x="4145407" y="1040892"/>
                    <a:pt x="3838829" y="1341120"/>
                    <a:pt x="3460623" y="1341120"/>
                  </a:cubicBezTo>
                  <a:lnTo>
                    <a:pt x="684784" y="1341120"/>
                  </a:lnTo>
                  <a:cubicBezTo>
                    <a:pt x="30657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187571" cy="1383538"/>
            </a:xfrm>
            <a:custGeom>
              <a:avLst/>
              <a:gdLst/>
              <a:ahLst/>
              <a:cxnLst/>
              <a:rect r="r" b="b" t="t" l="l"/>
              <a:pathLst>
                <a:path h="1383538" w="4187571">
                  <a:moveTo>
                    <a:pt x="0" y="691769"/>
                  </a:moveTo>
                  <a:cubicBezTo>
                    <a:pt x="0" y="309245"/>
                    <a:pt x="316484" y="0"/>
                    <a:pt x="705866" y="0"/>
                  </a:cubicBezTo>
                  <a:lnTo>
                    <a:pt x="3481705" y="0"/>
                  </a:lnTo>
                  <a:lnTo>
                    <a:pt x="3481705" y="21209"/>
                  </a:lnTo>
                  <a:lnTo>
                    <a:pt x="3481705" y="0"/>
                  </a:lnTo>
                  <a:cubicBezTo>
                    <a:pt x="3871087" y="0"/>
                    <a:pt x="4187571" y="309245"/>
                    <a:pt x="4187571" y="691769"/>
                  </a:cubicBezTo>
                  <a:lnTo>
                    <a:pt x="4166362" y="691769"/>
                  </a:lnTo>
                  <a:lnTo>
                    <a:pt x="4187571" y="691769"/>
                  </a:lnTo>
                  <a:lnTo>
                    <a:pt x="4166362" y="691769"/>
                  </a:lnTo>
                  <a:lnTo>
                    <a:pt x="4187571" y="691769"/>
                  </a:lnTo>
                  <a:cubicBezTo>
                    <a:pt x="4187571" y="1074166"/>
                    <a:pt x="3871087" y="1383538"/>
                    <a:pt x="3481705" y="1383538"/>
                  </a:cubicBezTo>
                  <a:lnTo>
                    <a:pt x="3481705" y="1362329"/>
                  </a:lnTo>
                  <a:lnTo>
                    <a:pt x="3481705" y="1383538"/>
                  </a:lnTo>
                  <a:lnTo>
                    <a:pt x="705866" y="1383538"/>
                  </a:lnTo>
                  <a:lnTo>
                    <a:pt x="705866" y="1362329"/>
                  </a:lnTo>
                  <a:lnTo>
                    <a:pt x="705866" y="1383538"/>
                  </a:lnTo>
                  <a:cubicBezTo>
                    <a:pt x="316484" y="1383411"/>
                    <a:pt x="0" y="1074166"/>
                    <a:pt x="0" y="691769"/>
                  </a:cubicBezTo>
                  <a:lnTo>
                    <a:pt x="21209" y="691769"/>
                  </a:lnTo>
                  <a:lnTo>
                    <a:pt x="0" y="691769"/>
                  </a:lnTo>
                  <a:moveTo>
                    <a:pt x="42291" y="691769"/>
                  </a:moveTo>
                  <a:lnTo>
                    <a:pt x="21209" y="691769"/>
                  </a:lnTo>
                  <a:lnTo>
                    <a:pt x="42291" y="691769"/>
                  </a:lnTo>
                  <a:cubicBezTo>
                    <a:pt x="42291" y="1050036"/>
                    <a:pt x="338963" y="1341120"/>
                    <a:pt x="705866" y="1341120"/>
                  </a:cubicBezTo>
                  <a:lnTo>
                    <a:pt x="3481705" y="1341120"/>
                  </a:lnTo>
                  <a:cubicBezTo>
                    <a:pt x="3848608" y="1341120"/>
                    <a:pt x="4145280" y="1049909"/>
                    <a:pt x="4145280" y="691769"/>
                  </a:cubicBezTo>
                  <a:cubicBezTo>
                    <a:pt x="4145280" y="333629"/>
                    <a:pt x="3848608" y="42291"/>
                    <a:pt x="3481705" y="42291"/>
                  </a:cubicBezTo>
                  <a:lnTo>
                    <a:pt x="705866" y="42291"/>
                  </a:lnTo>
                  <a:lnTo>
                    <a:pt x="705866" y="21209"/>
                  </a:lnTo>
                  <a:lnTo>
                    <a:pt x="705866" y="42291"/>
                  </a:lnTo>
                  <a:cubicBezTo>
                    <a:pt x="338963" y="42291"/>
                    <a:pt x="42291" y="333502"/>
                    <a:pt x="42291" y="691769"/>
                  </a:cubicBez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742432" y="7260336"/>
            <a:ext cx="3108960" cy="1005840"/>
            <a:chOff x="0" y="0"/>
            <a:chExt cx="4145280" cy="13411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145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41452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fila</a:t>
              </a:r>
            </a:p>
          </p:txBody>
        </p:sp>
      </p:grpSp>
      <p:sp>
        <p:nvSpPr>
          <p:cNvPr name="AutoShape 97" id="97"/>
          <p:cNvSpPr/>
          <p:nvPr/>
        </p:nvSpPr>
        <p:spPr>
          <a:xfrm rot="209880">
            <a:off x="8831761" y="7753731"/>
            <a:ext cx="624478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8" id="98"/>
          <p:cNvGrpSpPr/>
          <p:nvPr/>
        </p:nvGrpSpPr>
        <p:grpSpPr>
          <a:xfrm rot="0">
            <a:off x="9420730" y="7244458"/>
            <a:ext cx="3140707" cy="1037587"/>
            <a:chOff x="0" y="0"/>
            <a:chExt cx="4187609" cy="138344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21209" y="21209"/>
              <a:ext cx="4145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187698" cy="1383538"/>
            </a:xfrm>
            <a:custGeom>
              <a:avLst/>
              <a:gdLst/>
              <a:ahLst/>
              <a:cxnLst/>
              <a:rect r="r" b="b" t="t" l="l"/>
              <a:pathLst>
                <a:path h="1383538" w="4187698">
                  <a:moveTo>
                    <a:pt x="21209" y="0"/>
                  </a:moveTo>
                  <a:lnTo>
                    <a:pt x="4166489" y="0"/>
                  </a:lnTo>
                  <a:cubicBezTo>
                    <a:pt x="4178173" y="0"/>
                    <a:pt x="4187698" y="9525"/>
                    <a:pt x="4187698" y="21209"/>
                  </a:cubicBezTo>
                  <a:lnTo>
                    <a:pt x="4187698" y="1362329"/>
                  </a:lnTo>
                  <a:cubicBezTo>
                    <a:pt x="4187698" y="1374013"/>
                    <a:pt x="4178173" y="1383538"/>
                    <a:pt x="4166489" y="1383538"/>
                  </a:cubicBezTo>
                  <a:lnTo>
                    <a:pt x="21209" y="1383538"/>
                  </a:lnTo>
                  <a:cubicBezTo>
                    <a:pt x="9525" y="1383538"/>
                    <a:pt x="0" y="1374013"/>
                    <a:pt x="0" y="136232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362329"/>
                  </a:lnTo>
                  <a:lnTo>
                    <a:pt x="21209" y="1362329"/>
                  </a:lnTo>
                  <a:lnTo>
                    <a:pt x="21209" y="1341120"/>
                  </a:lnTo>
                  <a:lnTo>
                    <a:pt x="4166489" y="1341120"/>
                  </a:lnTo>
                  <a:lnTo>
                    <a:pt x="4166489" y="1362329"/>
                  </a:lnTo>
                  <a:lnTo>
                    <a:pt x="4145280" y="1362329"/>
                  </a:lnTo>
                  <a:lnTo>
                    <a:pt x="4145280" y="21209"/>
                  </a:lnTo>
                  <a:lnTo>
                    <a:pt x="4166489" y="21209"/>
                  </a:lnTo>
                  <a:lnTo>
                    <a:pt x="416648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436608" y="7260336"/>
            <a:ext cx="3108960" cy="1005840"/>
            <a:chOff x="0" y="0"/>
            <a:chExt cx="4145280" cy="13411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45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1452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Pagamento</a:t>
              </a:r>
            </a:p>
          </p:txBody>
        </p:sp>
      </p:grpSp>
      <p:sp>
        <p:nvSpPr>
          <p:cNvPr name="AutoShape 104" id="104"/>
          <p:cNvSpPr/>
          <p:nvPr/>
        </p:nvSpPr>
        <p:spPr>
          <a:xfrm rot="209880">
            <a:off x="12525937" y="7753731"/>
            <a:ext cx="624478" cy="0"/>
          </a:xfrm>
          <a:prstGeom prst="line">
            <a:avLst/>
          </a:prstGeom>
          <a:ln cap="rnd" w="19050">
            <a:solidFill>
              <a:srgbClr val="1A2B4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5" id="105"/>
          <p:cNvGrpSpPr/>
          <p:nvPr/>
        </p:nvGrpSpPr>
        <p:grpSpPr>
          <a:xfrm rot="0">
            <a:off x="13114906" y="7244458"/>
            <a:ext cx="3140707" cy="1037587"/>
            <a:chOff x="0" y="0"/>
            <a:chExt cx="4187609" cy="138344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21209" y="21209"/>
              <a:ext cx="4145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87698" cy="1383538"/>
            </a:xfrm>
            <a:custGeom>
              <a:avLst/>
              <a:gdLst/>
              <a:ahLst/>
              <a:cxnLst/>
              <a:rect r="r" b="b" t="t" l="l"/>
              <a:pathLst>
                <a:path h="1383538" w="4187698">
                  <a:moveTo>
                    <a:pt x="21209" y="0"/>
                  </a:moveTo>
                  <a:lnTo>
                    <a:pt x="4166489" y="0"/>
                  </a:lnTo>
                  <a:cubicBezTo>
                    <a:pt x="4178173" y="0"/>
                    <a:pt x="4187698" y="9525"/>
                    <a:pt x="4187698" y="21209"/>
                  </a:cubicBezTo>
                  <a:lnTo>
                    <a:pt x="4187698" y="1362329"/>
                  </a:lnTo>
                  <a:cubicBezTo>
                    <a:pt x="4187698" y="1374013"/>
                    <a:pt x="4178173" y="1383538"/>
                    <a:pt x="4166489" y="1383538"/>
                  </a:cubicBezTo>
                  <a:lnTo>
                    <a:pt x="21209" y="1383538"/>
                  </a:lnTo>
                  <a:cubicBezTo>
                    <a:pt x="9525" y="1383538"/>
                    <a:pt x="0" y="1374013"/>
                    <a:pt x="0" y="136232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1362329"/>
                  </a:lnTo>
                  <a:lnTo>
                    <a:pt x="21209" y="1362329"/>
                  </a:lnTo>
                  <a:lnTo>
                    <a:pt x="21209" y="1341120"/>
                  </a:lnTo>
                  <a:lnTo>
                    <a:pt x="4166489" y="1341120"/>
                  </a:lnTo>
                  <a:lnTo>
                    <a:pt x="4166489" y="1362329"/>
                  </a:lnTo>
                  <a:lnTo>
                    <a:pt x="4145280" y="1362329"/>
                  </a:lnTo>
                  <a:lnTo>
                    <a:pt x="4145280" y="21209"/>
                  </a:lnTo>
                  <a:lnTo>
                    <a:pt x="4166489" y="21209"/>
                  </a:lnTo>
                  <a:lnTo>
                    <a:pt x="416648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130784" y="7260336"/>
            <a:ext cx="3108960" cy="1005840"/>
            <a:chOff x="0" y="0"/>
            <a:chExt cx="4145280" cy="13411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145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41452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E-mail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14400" y="996315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Vantagens e Limitações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2584199"/>
            <a:ext cx="939803" cy="116843"/>
            <a:chOff x="0" y="0"/>
            <a:chExt cx="1253071" cy="155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1219200" cy="121920"/>
            </a:xfrm>
            <a:custGeom>
              <a:avLst/>
              <a:gdLst/>
              <a:ahLst/>
              <a:cxnLst/>
              <a:rect r="r" b="b" t="t" l="l"/>
              <a:pathLst>
                <a:path h="1219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2982" cy="155704"/>
            </a:xfrm>
            <a:custGeom>
              <a:avLst/>
              <a:gdLst/>
              <a:ahLst/>
              <a:cxnLst/>
              <a:rect r="r" b="b" t="t" l="l"/>
              <a:pathLst>
                <a:path h="155704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811"/>
                  </a:lnTo>
                  <a:cubicBezTo>
                    <a:pt x="1252982" y="148209"/>
                    <a:pt x="1245362" y="155702"/>
                    <a:pt x="1236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236091" y="121920"/>
                  </a:lnTo>
                  <a:lnTo>
                    <a:pt x="1236091" y="138811"/>
                  </a:lnTo>
                  <a:lnTo>
                    <a:pt x="1219200" y="1388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8522" y="3367402"/>
            <a:ext cx="8261347" cy="5518147"/>
            <a:chOff x="0" y="0"/>
            <a:chExt cx="11015129" cy="7357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209" y="21209"/>
              <a:ext cx="109728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15218" cy="7357618"/>
            </a:xfrm>
            <a:custGeom>
              <a:avLst/>
              <a:gdLst/>
              <a:ahLst/>
              <a:cxnLst/>
              <a:rect r="r" b="b" t="t" l="l"/>
              <a:pathLst>
                <a:path h="7357618" w="11015218">
                  <a:moveTo>
                    <a:pt x="21209" y="0"/>
                  </a:moveTo>
                  <a:lnTo>
                    <a:pt x="10994009" y="0"/>
                  </a:lnTo>
                  <a:cubicBezTo>
                    <a:pt x="11005693" y="0"/>
                    <a:pt x="11015218" y="9525"/>
                    <a:pt x="11015218" y="21209"/>
                  </a:cubicBezTo>
                  <a:lnTo>
                    <a:pt x="11015218" y="7336409"/>
                  </a:lnTo>
                  <a:cubicBezTo>
                    <a:pt x="11015218" y="7348093"/>
                    <a:pt x="11005693" y="7357618"/>
                    <a:pt x="10994009" y="7357618"/>
                  </a:cubicBezTo>
                  <a:lnTo>
                    <a:pt x="21209" y="7357618"/>
                  </a:lnTo>
                  <a:cubicBezTo>
                    <a:pt x="9525" y="7357618"/>
                    <a:pt x="0" y="7348093"/>
                    <a:pt x="0" y="733640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7336409"/>
                  </a:lnTo>
                  <a:lnTo>
                    <a:pt x="21209" y="7336409"/>
                  </a:lnTo>
                  <a:lnTo>
                    <a:pt x="21209" y="7315200"/>
                  </a:lnTo>
                  <a:lnTo>
                    <a:pt x="10994009" y="7315200"/>
                  </a:lnTo>
                  <a:lnTo>
                    <a:pt x="10994009" y="7336409"/>
                  </a:lnTo>
                  <a:lnTo>
                    <a:pt x="10972800" y="7336409"/>
                  </a:lnTo>
                  <a:lnTo>
                    <a:pt x="10972800" y="21209"/>
                  </a:lnTo>
                  <a:lnTo>
                    <a:pt x="10994009" y="21209"/>
                  </a:lnTo>
                  <a:lnTo>
                    <a:pt x="109940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3370583"/>
            <a:ext cx="8255003" cy="848363"/>
            <a:chOff x="0" y="0"/>
            <a:chExt cx="11006671" cy="11311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6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14171"/>
                  </a:lnTo>
                  <a:cubicBezTo>
                    <a:pt x="11006582" y="1123569"/>
                    <a:pt x="10998962" y="1131062"/>
                    <a:pt x="109896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989691" y="1097280"/>
                  </a:lnTo>
                  <a:lnTo>
                    <a:pt x="10989691" y="1114171"/>
                  </a:lnTo>
                  <a:lnTo>
                    <a:pt x="10972800" y="1114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3383280"/>
            <a:ext cx="8229600" cy="822960"/>
            <a:chOff x="0" y="0"/>
            <a:chExt cx="109728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VANTAGENS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8903" y="4833623"/>
            <a:ext cx="354587" cy="354587"/>
            <a:chOff x="0" y="0"/>
            <a:chExt cx="472783" cy="4727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4791456"/>
            <a:ext cx="329184" cy="329184"/>
            <a:chOff x="0" y="0"/>
            <a:chExt cx="438912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20240" y="4663440"/>
            <a:ext cx="6949440" cy="731520"/>
            <a:chOff x="0" y="0"/>
            <a:chExt cx="926592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Desacoplamento entre processos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58903" y="5601719"/>
            <a:ext cx="354587" cy="354587"/>
            <a:chOff x="0" y="0"/>
            <a:chExt cx="472783" cy="4727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5559552"/>
            <a:ext cx="329184" cy="329184"/>
            <a:chOff x="0" y="0"/>
            <a:chExt cx="438912" cy="4389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20240" y="5431536"/>
            <a:ext cx="6949440" cy="731520"/>
            <a:chOff x="0" y="0"/>
            <a:chExt cx="926592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Comunicação assíncrona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58903" y="6369815"/>
            <a:ext cx="354587" cy="354587"/>
            <a:chOff x="0" y="0"/>
            <a:chExt cx="472783" cy="4727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1600" y="6327648"/>
            <a:ext cx="329184" cy="329184"/>
            <a:chOff x="0" y="0"/>
            <a:chExt cx="438912" cy="4389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20240" y="6199632"/>
            <a:ext cx="6949440" cy="731520"/>
            <a:chOff x="0" y="0"/>
            <a:chExt cx="926592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Escalabilidade horizontal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58903" y="7137911"/>
            <a:ext cx="354587" cy="354587"/>
            <a:chOff x="0" y="0"/>
            <a:chExt cx="472783" cy="47278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71600" y="7095744"/>
            <a:ext cx="329184" cy="329184"/>
            <a:chOff x="0" y="0"/>
            <a:chExt cx="438912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20240" y="6967728"/>
            <a:ext cx="6949440" cy="731520"/>
            <a:chOff x="0" y="0"/>
            <a:chExt cx="926592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Organização por filas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58903" y="7906007"/>
            <a:ext cx="354587" cy="354587"/>
            <a:chOff x="0" y="0"/>
            <a:chExt cx="472783" cy="4727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71600" y="7863840"/>
            <a:ext cx="329184" cy="329184"/>
            <a:chOff x="0" y="0"/>
            <a:chExt cx="438912" cy="4389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920240" y="7735824"/>
            <a:ext cx="6949440" cy="731520"/>
            <a:chOff x="0" y="0"/>
            <a:chExt cx="9265920" cy="975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Tolerância a picos de requisições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59642" y="3367402"/>
            <a:ext cx="8261347" cy="5518147"/>
            <a:chOff x="0" y="0"/>
            <a:chExt cx="11015129" cy="73575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21209" y="21209"/>
              <a:ext cx="109728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015218" cy="7357618"/>
            </a:xfrm>
            <a:custGeom>
              <a:avLst/>
              <a:gdLst/>
              <a:ahLst/>
              <a:cxnLst/>
              <a:rect r="r" b="b" t="t" l="l"/>
              <a:pathLst>
                <a:path h="7357618" w="11015218">
                  <a:moveTo>
                    <a:pt x="21209" y="0"/>
                  </a:moveTo>
                  <a:lnTo>
                    <a:pt x="10994009" y="0"/>
                  </a:lnTo>
                  <a:cubicBezTo>
                    <a:pt x="11005693" y="0"/>
                    <a:pt x="11015218" y="9525"/>
                    <a:pt x="11015218" y="21209"/>
                  </a:cubicBezTo>
                  <a:lnTo>
                    <a:pt x="11015218" y="7336409"/>
                  </a:lnTo>
                  <a:cubicBezTo>
                    <a:pt x="11015218" y="7348093"/>
                    <a:pt x="11005693" y="7357618"/>
                    <a:pt x="10994009" y="7357618"/>
                  </a:cubicBezTo>
                  <a:lnTo>
                    <a:pt x="21209" y="7357618"/>
                  </a:lnTo>
                  <a:cubicBezTo>
                    <a:pt x="9525" y="7357618"/>
                    <a:pt x="0" y="7348093"/>
                    <a:pt x="0" y="7336409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moveTo>
                    <a:pt x="21209" y="42291"/>
                  </a:moveTo>
                  <a:lnTo>
                    <a:pt x="21209" y="21209"/>
                  </a:lnTo>
                  <a:lnTo>
                    <a:pt x="42291" y="21209"/>
                  </a:lnTo>
                  <a:lnTo>
                    <a:pt x="42291" y="7336409"/>
                  </a:lnTo>
                  <a:lnTo>
                    <a:pt x="21209" y="7336409"/>
                  </a:lnTo>
                  <a:lnTo>
                    <a:pt x="21209" y="7315200"/>
                  </a:lnTo>
                  <a:lnTo>
                    <a:pt x="10994009" y="7315200"/>
                  </a:lnTo>
                  <a:lnTo>
                    <a:pt x="10994009" y="7336409"/>
                  </a:lnTo>
                  <a:lnTo>
                    <a:pt x="10972800" y="7336409"/>
                  </a:lnTo>
                  <a:lnTo>
                    <a:pt x="10972800" y="21209"/>
                  </a:lnTo>
                  <a:lnTo>
                    <a:pt x="10994009" y="21209"/>
                  </a:lnTo>
                  <a:lnTo>
                    <a:pt x="10994009" y="42291"/>
                  </a:lnTo>
                  <a:lnTo>
                    <a:pt x="21209" y="4229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862823" y="3370583"/>
            <a:ext cx="8255003" cy="848363"/>
            <a:chOff x="0" y="0"/>
            <a:chExt cx="11006671" cy="113115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006582" cy="1131064"/>
            </a:xfrm>
            <a:custGeom>
              <a:avLst/>
              <a:gdLst/>
              <a:ahLst/>
              <a:cxnLst/>
              <a:rect r="r" b="b" t="t" l="l"/>
              <a:pathLst>
                <a:path h="113106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14171"/>
                  </a:lnTo>
                  <a:cubicBezTo>
                    <a:pt x="11006582" y="1123569"/>
                    <a:pt x="10998962" y="1131062"/>
                    <a:pt x="1098969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10989691" y="1097280"/>
                  </a:lnTo>
                  <a:lnTo>
                    <a:pt x="10989691" y="1114171"/>
                  </a:lnTo>
                  <a:lnTo>
                    <a:pt x="10972800" y="11141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75520" y="3383280"/>
            <a:ext cx="8229600" cy="822960"/>
            <a:chOff x="0" y="0"/>
            <a:chExt cx="1097280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9728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LIMITAÇÕES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320023" y="4833623"/>
            <a:ext cx="354587" cy="354587"/>
            <a:chOff x="0" y="0"/>
            <a:chExt cx="472783" cy="47278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332720" y="4791456"/>
            <a:ext cx="329184" cy="329184"/>
            <a:chOff x="0" y="0"/>
            <a:chExt cx="438912" cy="4389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881360" y="4663440"/>
            <a:ext cx="6949440" cy="731520"/>
            <a:chOff x="0" y="0"/>
            <a:chExt cx="9265920" cy="9753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Dependência do broker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320023" y="5601719"/>
            <a:ext cx="354587" cy="354587"/>
            <a:chOff x="0" y="0"/>
            <a:chExt cx="472783" cy="47278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332720" y="5559552"/>
            <a:ext cx="329184" cy="329184"/>
            <a:chOff x="0" y="0"/>
            <a:chExt cx="438912" cy="4389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881360" y="5431536"/>
            <a:ext cx="6949440" cy="731520"/>
            <a:chOff x="0" y="0"/>
            <a:chExt cx="9265920" cy="9753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Configuração adicional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320023" y="6369815"/>
            <a:ext cx="354587" cy="354587"/>
            <a:chOff x="0" y="0"/>
            <a:chExt cx="472783" cy="47278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332720" y="6327648"/>
            <a:ext cx="329184" cy="329184"/>
            <a:chOff x="0" y="0"/>
            <a:chExt cx="438912" cy="43891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881360" y="6199632"/>
            <a:ext cx="6949440" cy="731520"/>
            <a:chOff x="0" y="0"/>
            <a:chExt cx="9265920" cy="9753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Maior complexidade arquitetural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320023" y="7137911"/>
            <a:ext cx="354587" cy="354587"/>
            <a:chOff x="0" y="0"/>
            <a:chExt cx="472783" cy="47278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332720" y="7095744"/>
            <a:ext cx="329184" cy="329184"/>
            <a:chOff x="0" y="0"/>
            <a:chExt cx="438912" cy="43891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881360" y="6967728"/>
            <a:ext cx="6949440" cy="731520"/>
            <a:chOff x="0" y="0"/>
            <a:chExt cx="9265920" cy="9753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Possível latência extra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320023" y="7906007"/>
            <a:ext cx="354587" cy="354587"/>
            <a:chOff x="0" y="0"/>
            <a:chExt cx="472783" cy="47278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332720" y="7863840"/>
            <a:ext cx="329184" cy="329184"/>
            <a:chOff x="0" y="0"/>
            <a:chExt cx="438912" cy="43891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438912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881360" y="7735824"/>
            <a:ext cx="6949440" cy="731520"/>
            <a:chOff x="0" y="0"/>
            <a:chExt cx="9265920" cy="9753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265920" cy="975360"/>
            </a:xfrm>
            <a:custGeom>
              <a:avLst/>
              <a:gdLst/>
              <a:ahLst/>
              <a:cxnLst/>
              <a:rect r="r" b="b" t="t" l="l"/>
              <a:pathLst>
                <a:path h="97536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92659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Necessidade de monitoramento</a:t>
              </a:r>
            </a:p>
          </p:txBody>
        </p:sp>
      </p:grpSp>
      <p:sp>
        <p:nvSpPr>
          <p:cNvPr name="AutoShape 117" id="117"/>
          <p:cNvSpPr/>
          <p:nvPr/>
        </p:nvSpPr>
        <p:spPr>
          <a:xfrm rot="3960">
            <a:off x="904865" y="9550718"/>
            <a:ext cx="16478260" cy="0"/>
          </a:xfrm>
          <a:prstGeom prst="line">
            <a:avLst/>
          </a:prstGeom>
          <a:ln cap="rnd" w="9525">
            <a:solidFill>
              <a:srgbClr val="E2E8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8" id="118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434840" y="1028700"/>
            <a:ext cx="9144000" cy="1363930"/>
            <a:chOff x="0" y="0"/>
            <a:chExt cx="12192000" cy="18185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1818573"/>
            </a:xfrm>
            <a:custGeom>
              <a:avLst/>
              <a:gdLst/>
              <a:ahLst/>
              <a:cxnLst/>
              <a:rect r="r" b="b" t="t" l="l"/>
              <a:pathLst>
                <a:path h="1818573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18573"/>
                  </a:lnTo>
                  <a:lnTo>
                    <a:pt x="0" y="18185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518" r="0" b="-507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12192000" cy="1970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b="true" sz="6799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0223" y="4675503"/>
            <a:ext cx="4140203" cy="1945643"/>
            <a:chOff x="0" y="0"/>
            <a:chExt cx="5520271" cy="2594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4864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20182" cy="2594102"/>
            </a:xfrm>
            <a:custGeom>
              <a:avLst/>
              <a:gdLst/>
              <a:ahLst/>
              <a:cxnLst/>
              <a:rect r="r" b="b" t="t" l="l"/>
              <a:pathLst>
                <a:path h="25941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577211"/>
                  </a:lnTo>
                  <a:cubicBezTo>
                    <a:pt x="5520182" y="2586609"/>
                    <a:pt x="5512562" y="2594102"/>
                    <a:pt x="550329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5503291" y="2560320"/>
                  </a:lnTo>
                  <a:lnTo>
                    <a:pt x="5503291" y="2577211"/>
                  </a:lnTo>
                  <a:lnTo>
                    <a:pt x="5486400" y="25772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2920" y="5017384"/>
            <a:ext cx="4114800" cy="731520"/>
            <a:chOff x="0" y="0"/>
            <a:chExt cx="54864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4864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Assíncrono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77240" y="5655940"/>
            <a:ext cx="35661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produtor e consumidor independentes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79343" y="4675503"/>
            <a:ext cx="4140203" cy="1945643"/>
            <a:chOff x="0" y="0"/>
            <a:chExt cx="5520271" cy="25941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54864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20182" cy="2594102"/>
            </a:xfrm>
            <a:custGeom>
              <a:avLst/>
              <a:gdLst/>
              <a:ahLst/>
              <a:cxnLst/>
              <a:rect r="r" b="b" t="t" l="l"/>
              <a:pathLst>
                <a:path h="25941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577211"/>
                  </a:lnTo>
                  <a:cubicBezTo>
                    <a:pt x="5520182" y="2586609"/>
                    <a:pt x="5512562" y="2594102"/>
                    <a:pt x="550329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5503291" y="2560320"/>
                  </a:lnTo>
                  <a:lnTo>
                    <a:pt x="5503291" y="2577211"/>
                  </a:lnTo>
                  <a:lnTo>
                    <a:pt x="5486400" y="25772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892040" y="5017384"/>
            <a:ext cx="4114800" cy="731520"/>
            <a:chOff x="0" y="0"/>
            <a:chExt cx="548640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4864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Desacoplado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166360" y="5655940"/>
            <a:ext cx="35661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broker entre cliente e servidor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68463" y="4675503"/>
            <a:ext cx="4140203" cy="1945643"/>
            <a:chOff x="0" y="0"/>
            <a:chExt cx="5520271" cy="25941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54864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20182" cy="2594102"/>
            </a:xfrm>
            <a:custGeom>
              <a:avLst/>
              <a:gdLst/>
              <a:ahLst/>
              <a:cxnLst/>
              <a:rect r="r" b="b" t="t" l="l"/>
              <a:pathLst>
                <a:path h="25941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577211"/>
                  </a:lnTo>
                  <a:cubicBezTo>
                    <a:pt x="5520182" y="2586609"/>
                    <a:pt x="5512562" y="2594102"/>
                    <a:pt x="550329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5503291" y="2560320"/>
                  </a:lnTo>
                  <a:lnTo>
                    <a:pt x="5503291" y="2577211"/>
                  </a:lnTo>
                  <a:lnTo>
                    <a:pt x="5486400" y="25772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281160" y="5017384"/>
            <a:ext cx="4114800" cy="731520"/>
            <a:chOff x="0" y="0"/>
            <a:chExt cx="548640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4864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Confiável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555480" y="5655940"/>
            <a:ext cx="35661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filas armazenam até o consumo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657583" y="4675503"/>
            <a:ext cx="4140203" cy="1945643"/>
            <a:chOff x="0" y="0"/>
            <a:chExt cx="5520271" cy="25941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4864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B4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20182" cy="2594102"/>
            </a:xfrm>
            <a:custGeom>
              <a:avLst/>
              <a:gdLst/>
              <a:ahLst/>
              <a:cxnLst/>
              <a:rect r="r" b="b" t="t" l="l"/>
              <a:pathLst>
                <a:path h="25941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577211"/>
                  </a:lnTo>
                  <a:cubicBezTo>
                    <a:pt x="5520182" y="2586609"/>
                    <a:pt x="5512562" y="2594102"/>
                    <a:pt x="550329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5503291" y="2560320"/>
                  </a:lnTo>
                  <a:lnTo>
                    <a:pt x="5503291" y="2577211"/>
                  </a:lnTo>
                  <a:lnTo>
                    <a:pt x="5486400" y="25772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670280" y="5017384"/>
            <a:ext cx="4114800" cy="731520"/>
            <a:chOff x="0" y="0"/>
            <a:chExt cx="548640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548640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F2652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Aplicado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944600" y="5655940"/>
            <a:ext cx="356616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executou as 3 operações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29184"/>
            <a:ext cx="10972800" cy="548640"/>
            <a:chOff x="0" y="0"/>
            <a:chExt cx="146304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REFERÊNCIAS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996315"/>
            <a:ext cx="164592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Referências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1703" y="2584199"/>
            <a:ext cx="939803" cy="116843"/>
            <a:chOff x="0" y="0"/>
            <a:chExt cx="1253071" cy="155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1219200" cy="121920"/>
            </a:xfrm>
            <a:custGeom>
              <a:avLst/>
              <a:gdLst/>
              <a:ahLst/>
              <a:cxnLst/>
              <a:rect r="r" b="b" t="t" l="l"/>
              <a:pathLst>
                <a:path h="1219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2982" cy="155704"/>
            </a:xfrm>
            <a:custGeom>
              <a:avLst/>
              <a:gdLst/>
              <a:ahLst/>
              <a:cxnLst/>
              <a:rect r="r" b="b" t="t" l="l"/>
              <a:pathLst>
                <a:path h="155704" w="1252982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138811"/>
                  </a:lnTo>
                  <a:cubicBezTo>
                    <a:pt x="1252982" y="148209"/>
                    <a:pt x="1245362" y="155702"/>
                    <a:pt x="1236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236091" y="121920"/>
                  </a:lnTo>
                  <a:lnTo>
                    <a:pt x="1236091" y="138811"/>
                  </a:lnTo>
                  <a:lnTo>
                    <a:pt x="1219200" y="138811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3370583"/>
            <a:ext cx="16484603" cy="1159259"/>
            <a:chOff x="0" y="0"/>
            <a:chExt cx="21979471" cy="15456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19455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793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528699"/>
                  </a:lnTo>
                  <a:cubicBezTo>
                    <a:pt x="21979382" y="1538097"/>
                    <a:pt x="21971763" y="1545590"/>
                    <a:pt x="219624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962490" y="1511808"/>
                  </a:lnTo>
                  <a:lnTo>
                    <a:pt x="21962490" y="1528699"/>
                  </a:lnTo>
                  <a:lnTo>
                    <a:pt x="21945600" y="152869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1703" y="3370583"/>
            <a:ext cx="171707" cy="1159259"/>
            <a:chOff x="0" y="0"/>
            <a:chExt cx="228943" cy="15456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95072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854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528699"/>
                  </a:lnTo>
                  <a:cubicBezTo>
                    <a:pt x="228854" y="1538097"/>
                    <a:pt x="221234" y="1545590"/>
                    <a:pt x="211963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1963" y="1511808"/>
                  </a:lnTo>
                  <a:lnTo>
                    <a:pt x="211963" y="1528699"/>
                  </a:lnTo>
                  <a:lnTo>
                    <a:pt x="195072" y="152869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0160" y="3383280"/>
            <a:ext cx="914400" cy="1133856"/>
            <a:chOff x="0" y="0"/>
            <a:chExt cx="1219200" cy="15118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096" t="0" r="-10909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192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[1]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86000" y="3483483"/>
            <a:ext cx="82296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RabbitMQ Documentation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6000" y="3966972"/>
            <a:ext cx="100584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Documentação oficial do projeto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618720" y="3383280"/>
            <a:ext cx="4572000" cy="1133856"/>
            <a:chOff x="0" y="0"/>
            <a:chExt cx="6096000" cy="15118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0960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D737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rabbitmq.com/docs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4650743"/>
            <a:ext cx="16484603" cy="1159259"/>
            <a:chOff x="0" y="0"/>
            <a:chExt cx="21979471" cy="15456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19455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93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528699"/>
                  </a:lnTo>
                  <a:cubicBezTo>
                    <a:pt x="21979382" y="1538097"/>
                    <a:pt x="21971763" y="1545590"/>
                    <a:pt x="219624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962490" y="1511808"/>
                  </a:lnTo>
                  <a:lnTo>
                    <a:pt x="21962490" y="1528699"/>
                  </a:lnTo>
                  <a:lnTo>
                    <a:pt x="21945600" y="152869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01703" y="4650743"/>
            <a:ext cx="171707" cy="1159259"/>
            <a:chOff x="0" y="0"/>
            <a:chExt cx="228943" cy="15456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95072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854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528699"/>
                  </a:lnTo>
                  <a:cubicBezTo>
                    <a:pt x="228854" y="1538097"/>
                    <a:pt x="221234" y="1545590"/>
                    <a:pt x="211963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1963" y="1511808"/>
                  </a:lnTo>
                  <a:lnTo>
                    <a:pt x="211963" y="1528699"/>
                  </a:lnTo>
                  <a:lnTo>
                    <a:pt x="195072" y="152869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0160" y="4663440"/>
            <a:ext cx="914400" cy="1133856"/>
            <a:chOff x="0" y="0"/>
            <a:chExt cx="1219200" cy="15118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096" t="0" r="-10909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2192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[2]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286000" y="4763643"/>
            <a:ext cx="82296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RabbitMQ Tutorials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6000" y="5247132"/>
            <a:ext cx="100584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Tutoriais oficiais — Hello World a RPC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618720" y="4663440"/>
            <a:ext cx="4572000" cy="1133856"/>
            <a:chOff x="0" y="0"/>
            <a:chExt cx="6096000" cy="15118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0960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D737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rabbitmq.com/tutorials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1703" y="5930903"/>
            <a:ext cx="16484603" cy="1159259"/>
            <a:chOff x="0" y="0"/>
            <a:chExt cx="21979471" cy="154567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219455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793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528699"/>
                  </a:lnTo>
                  <a:cubicBezTo>
                    <a:pt x="21979382" y="1538097"/>
                    <a:pt x="21971763" y="1545590"/>
                    <a:pt x="219624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962490" y="1511808"/>
                  </a:lnTo>
                  <a:lnTo>
                    <a:pt x="21962490" y="1528699"/>
                  </a:lnTo>
                  <a:lnTo>
                    <a:pt x="21945600" y="152869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01703" y="5930903"/>
            <a:ext cx="171707" cy="1159259"/>
            <a:chOff x="0" y="0"/>
            <a:chExt cx="228943" cy="154567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95072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8854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528699"/>
                  </a:lnTo>
                  <a:cubicBezTo>
                    <a:pt x="228854" y="1538097"/>
                    <a:pt x="221234" y="1545590"/>
                    <a:pt x="211963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1963" y="1511808"/>
                  </a:lnTo>
                  <a:lnTo>
                    <a:pt x="211963" y="1528699"/>
                  </a:lnTo>
                  <a:lnTo>
                    <a:pt x="195072" y="152869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80160" y="5943600"/>
            <a:ext cx="914400" cy="1133856"/>
            <a:chOff x="0" y="0"/>
            <a:chExt cx="1219200" cy="15118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19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096" t="0" r="-109096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2192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[3]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286000" y="6043803"/>
            <a:ext cx="82296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AMQP 0-9-1 Model Explained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6527292"/>
            <a:ext cx="100584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Especificação do protocolo de mensageria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2618720" y="5943600"/>
            <a:ext cx="4572000" cy="1133856"/>
            <a:chOff x="0" y="0"/>
            <a:chExt cx="6096000" cy="15118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60960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D737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rabbitmq.com/tutorials/amqp-concepts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1703" y="7211063"/>
            <a:ext cx="16484603" cy="1159259"/>
            <a:chOff x="0" y="0"/>
            <a:chExt cx="21979471" cy="154567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219455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793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528699"/>
                  </a:lnTo>
                  <a:cubicBezTo>
                    <a:pt x="21979382" y="1538097"/>
                    <a:pt x="21971763" y="1545590"/>
                    <a:pt x="219624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962490" y="1511808"/>
                  </a:lnTo>
                  <a:lnTo>
                    <a:pt x="21962490" y="1528699"/>
                  </a:lnTo>
                  <a:lnTo>
                    <a:pt x="21945600" y="152869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01703" y="7211063"/>
            <a:ext cx="171707" cy="1159259"/>
            <a:chOff x="0" y="0"/>
            <a:chExt cx="228943" cy="154567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95072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8854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528699"/>
                  </a:lnTo>
                  <a:cubicBezTo>
                    <a:pt x="228854" y="1538097"/>
                    <a:pt x="221234" y="1545590"/>
                    <a:pt x="211963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1963" y="1511808"/>
                  </a:lnTo>
                  <a:lnTo>
                    <a:pt x="211963" y="1528699"/>
                  </a:lnTo>
                  <a:lnTo>
                    <a:pt x="195072" y="152869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80160" y="7223760"/>
            <a:ext cx="914400" cy="1133856"/>
            <a:chOff x="0" y="0"/>
            <a:chExt cx="1219200" cy="15118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19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096" t="0" r="-109096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2192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[4]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2286000" y="7323963"/>
            <a:ext cx="82296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RabbitMQ.Client — .NET/C# Client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286000" y="7807452"/>
            <a:ext cx="100584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 oficial usado no protótipo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2618720" y="7223760"/>
            <a:ext cx="4572000" cy="1133856"/>
            <a:chOff x="0" y="0"/>
            <a:chExt cx="6096000" cy="15118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6096000" cy="1521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D7377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rabbitmq.github.io/rabbitmq-dotnet-client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1703" y="8491223"/>
            <a:ext cx="16484603" cy="1159259"/>
            <a:chOff x="0" y="0"/>
            <a:chExt cx="21979471" cy="154567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19455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793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528699"/>
                  </a:lnTo>
                  <a:cubicBezTo>
                    <a:pt x="21979382" y="1538097"/>
                    <a:pt x="21971763" y="1545590"/>
                    <a:pt x="219624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962490" y="1511808"/>
                  </a:lnTo>
                  <a:lnTo>
                    <a:pt x="21962490" y="1528699"/>
                  </a:lnTo>
                  <a:lnTo>
                    <a:pt x="21945600" y="1528699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01703" y="8491223"/>
            <a:ext cx="171707" cy="1159259"/>
            <a:chOff x="0" y="0"/>
            <a:chExt cx="228943" cy="154567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95072" cy="1511808"/>
            </a:xfrm>
            <a:custGeom>
              <a:avLst/>
              <a:gdLst/>
              <a:ahLst/>
              <a:cxnLst/>
              <a:rect r="r" b="b" t="t" l="l"/>
              <a:pathLst>
                <a:path h="151180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2652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8854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528699"/>
                  </a:lnTo>
                  <a:cubicBezTo>
                    <a:pt x="228854" y="1538097"/>
                    <a:pt x="221234" y="1545590"/>
                    <a:pt x="211963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11963" y="1511808"/>
                  </a:lnTo>
                  <a:lnTo>
                    <a:pt x="211963" y="1528699"/>
                  </a:lnTo>
                  <a:lnTo>
                    <a:pt x="195072" y="152869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2652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80160" y="8503920"/>
            <a:ext cx="914400" cy="1133856"/>
            <a:chOff x="0" y="0"/>
            <a:chExt cx="1219200" cy="151180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192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096" t="0" r="-109096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2192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F265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[5]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2286000" y="8604123"/>
            <a:ext cx="82296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A2B4A"/>
                </a:solidFill>
                <a:latin typeface="Cambria Bold"/>
                <a:ea typeface="Cambria Bold"/>
                <a:cs typeface="Cambria Bold"/>
                <a:sym typeface="Cambria Bold"/>
              </a:rPr>
              <a:t>TANENBAUM, A. S.; VAN STEEN, M.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286000" y="9087612"/>
            <a:ext cx="10058400" cy="51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Distributed Systems: Principles and Paradigms — Pearson, 3ª ed.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914400" y="9701784"/>
            <a:ext cx="10972800" cy="457200"/>
            <a:chOff x="0" y="0"/>
            <a:chExt cx="14630400" cy="6096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XRSC09 — Sistemas Distribuídos · RabbitMQ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DAHJB6bmkZw</dc:identifier>
  <dcterms:modified xsi:type="dcterms:W3CDTF">2011-08-01T06:04:30Z</dcterms:modified>
  <cp:revision>1</cp:revision>
  <dc:title>RabbitMQ_Seminario_XRSC09.pptx</dc:title>
</cp:coreProperties>
</file>